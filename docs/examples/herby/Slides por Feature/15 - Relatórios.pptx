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5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Relatórios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99" name="Google Shape;599;p5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9"/>
          <p:cNvSpPr txBox="1"/>
          <p:nvPr/>
        </p:nvSpPr>
        <p:spPr>
          <a:xfrm>
            <a:off x="478775" y="657650"/>
            <a:ext cx="8262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Nessa tela você poderá acessar e personalizar diferentes relatórios, selecionando-os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Tipo de Relatório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p59"/>
          <p:cNvSpPr/>
          <p:nvPr/>
        </p:nvSpPr>
        <p:spPr>
          <a:xfrm>
            <a:off x="810800" y="1967850"/>
            <a:ext cx="7542000" cy="3082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02" name="Google Shape;6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550" y="1385840"/>
            <a:ext cx="7848952" cy="357073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03" name="Google Shape;60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776" y="3152025"/>
            <a:ext cx="9516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9"/>
          <p:cNvSpPr/>
          <p:nvPr/>
        </p:nvSpPr>
        <p:spPr>
          <a:xfrm>
            <a:off x="3602150" y="2810200"/>
            <a:ext cx="698400" cy="2469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0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0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0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Acesso aos Relatórios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2" name="Google Shape;612;p60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60"/>
          <p:cNvSpPr txBox="1"/>
          <p:nvPr/>
        </p:nvSpPr>
        <p:spPr>
          <a:xfrm>
            <a:off x="478775" y="657650"/>
            <a:ext cx="8262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Relatório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itens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neste relatório temos a informação por item, por nº do item, descritor, média de acertos e a distribuição de marcação por alternativa.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4" name="Google Shape;614;p60"/>
          <p:cNvSpPr/>
          <p:nvPr/>
        </p:nvSpPr>
        <p:spPr>
          <a:xfrm>
            <a:off x="810800" y="1967850"/>
            <a:ext cx="7542000" cy="3082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15" name="Google Shape;61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763" y="1377324"/>
            <a:ext cx="7734475" cy="355335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16" name="Google Shape;616;p60"/>
          <p:cNvSpPr/>
          <p:nvPr/>
        </p:nvSpPr>
        <p:spPr>
          <a:xfrm>
            <a:off x="2069325" y="2997525"/>
            <a:ext cx="579000" cy="2895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17" name="Google Shape;61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5926" y="2911413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1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61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4" name="Google Shape;624;p61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61"/>
          <p:cNvSpPr txBox="1"/>
          <p:nvPr/>
        </p:nvSpPr>
        <p:spPr>
          <a:xfrm>
            <a:off x="478775" y="657650"/>
            <a:ext cx="8262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Relatório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descritor/habilidade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neste relatório temos, por descritor, a informação da média de acertos.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6" name="Google Shape;626;p61"/>
          <p:cNvSpPr/>
          <p:nvPr/>
        </p:nvSpPr>
        <p:spPr>
          <a:xfrm>
            <a:off x="990600" y="1967850"/>
            <a:ext cx="7168200" cy="3082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7" name="Google Shape;627;p61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Acesso aos Relatórios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28" name="Google Shape;6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76" y="1405075"/>
            <a:ext cx="7966176" cy="35230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29" name="Google Shape;629;p61"/>
          <p:cNvSpPr/>
          <p:nvPr/>
        </p:nvSpPr>
        <p:spPr>
          <a:xfrm>
            <a:off x="1868300" y="3077475"/>
            <a:ext cx="1124100" cy="3150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30" name="Google Shape;63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876" y="3004113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6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7" name="Google Shape;637;p6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62"/>
          <p:cNvSpPr txBox="1"/>
          <p:nvPr/>
        </p:nvSpPr>
        <p:spPr>
          <a:xfrm>
            <a:off x="478775" y="657650"/>
            <a:ext cx="827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Relatório</a:t>
            </a:r>
            <a:r>
              <a:rPr b="1" lang="de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visão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estudante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neste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relatório, temos as informações referentes a cada estudante: a situação (presente, ausente, pendente ou anulado), a média de acertos, a foto do cartão processado e até as respostas para cada questão.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9" name="Google Shape;639;p62"/>
          <p:cNvSpPr/>
          <p:nvPr/>
        </p:nvSpPr>
        <p:spPr>
          <a:xfrm>
            <a:off x="625000" y="1967850"/>
            <a:ext cx="7964400" cy="3082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0" name="Google Shape;640;p6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Acesso aos Relatórios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1" name="Google Shape;641;p62"/>
          <p:cNvPicPr preferRelativeResize="0"/>
          <p:nvPr/>
        </p:nvPicPr>
        <p:blipFill rotWithShape="1">
          <a:blip r:embed="rId3">
            <a:alphaModFix/>
          </a:blip>
          <a:srcRect b="8324" l="0" r="0" t="0"/>
          <a:stretch/>
        </p:blipFill>
        <p:spPr>
          <a:xfrm>
            <a:off x="512850" y="1648150"/>
            <a:ext cx="8276101" cy="3333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42" name="Google Shape;642;p62"/>
          <p:cNvSpPr/>
          <p:nvPr/>
        </p:nvSpPr>
        <p:spPr>
          <a:xfrm>
            <a:off x="1927925" y="3366300"/>
            <a:ext cx="951600" cy="2859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43" name="Google Shape;64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2476" y="3278388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3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63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0" name="Google Shape;650;p63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63"/>
          <p:cNvSpPr txBox="1"/>
          <p:nvPr/>
        </p:nvSpPr>
        <p:spPr>
          <a:xfrm>
            <a:off x="478775" y="657650"/>
            <a:ext cx="827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Importante!</a:t>
            </a:r>
            <a:br>
              <a:rPr b="1" lang="de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possível configurar a visualização dos dados da forma que você desejar, incluindo realizar o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relatório em formato PDF ou CSV.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2" name="Google Shape;652;p63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Acesso aos Relatórios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3" name="Google Shape;653;p63"/>
          <p:cNvSpPr/>
          <p:nvPr/>
        </p:nvSpPr>
        <p:spPr>
          <a:xfrm>
            <a:off x="574325" y="1967850"/>
            <a:ext cx="7913700" cy="3015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54" name="Google Shape;654;p63"/>
          <p:cNvPicPr preferRelativeResize="0"/>
          <p:nvPr/>
        </p:nvPicPr>
        <p:blipFill rotWithShape="1">
          <a:blip r:embed="rId3">
            <a:alphaModFix/>
          </a:blip>
          <a:srcRect b="11622" l="0" r="0" t="0"/>
          <a:stretch/>
        </p:blipFill>
        <p:spPr>
          <a:xfrm>
            <a:off x="393125" y="1548550"/>
            <a:ext cx="8276098" cy="3316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55" name="Google Shape;655;p63"/>
          <p:cNvSpPr/>
          <p:nvPr/>
        </p:nvSpPr>
        <p:spPr>
          <a:xfrm>
            <a:off x="1847925" y="3253000"/>
            <a:ext cx="3874800" cy="3831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6" name="Google Shape;65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876" y="3244638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5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4" name="Google Shape;544;p55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5"/>
          <p:cNvSpPr txBox="1"/>
          <p:nvPr/>
        </p:nvSpPr>
        <p:spPr>
          <a:xfrm>
            <a:off x="478775" y="657650"/>
            <a:ext cx="809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Relatório</a:t>
            </a:r>
            <a:r>
              <a:rPr b="1" lang="de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visão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estudante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neste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relatório, temos as informações referentes a cada estudante: a situação (presente, ausente, pendente ou anulado), a média de acertos, a foto do cartão processado e até as respostas para cada questão.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p55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 -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Acesso aos Relatórios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7" name="Google Shape;547;p55"/>
          <p:cNvSpPr/>
          <p:nvPr/>
        </p:nvSpPr>
        <p:spPr>
          <a:xfrm>
            <a:off x="990600" y="1942525"/>
            <a:ext cx="71622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48" name="Google Shape;54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113" y="1555175"/>
            <a:ext cx="7355775" cy="3378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49" name="Google Shape;549;p55"/>
          <p:cNvSpPr/>
          <p:nvPr/>
        </p:nvSpPr>
        <p:spPr>
          <a:xfrm>
            <a:off x="2294875" y="3307675"/>
            <a:ext cx="894300" cy="3693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50" name="Google Shape;55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4825" y="3313075"/>
            <a:ext cx="738900" cy="3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