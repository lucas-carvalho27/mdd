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Lst>
  <p:notesMasterIdLst>
    <p:notesMasterId r:id="rId6"/>
  </p:notesMasterIdLst>
  <p:sldIdLst>
    <p:sldId id="256" r:id="rId11"/>
    <p:sldId id="257" r:id="rId12"/>
    <p:sldId id="258" r:id="rId13"/>
    <p:sldId id="259" r:id="rId14"/>
    <p:sldId id="260" r:id="rId15"/>
    <p:sldId id="261" r:id="rId16"/>
    <p:sldId id="262" r:id="rId17"/>
    <p:sldId id="263" r:id="rId18"/>
  </p:sldIdLst>
  <p:sldSz cy="5143500" cx="9144000"/>
  <p:notesSz cx="6858000" cy="9144000"/>
  <p:embeddedFontLst>
    <p:embeddedFont>
      <p:font typeface="Helvetica Neue"/>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474">
          <p15:clr>
            <a:srgbClr val="A4A3A4"/>
          </p15:clr>
        </p15:guide>
        <p15:guide id="2" pos="2880">
          <p15:clr>
            <a:srgbClr val="A4A3A4"/>
          </p15:clr>
        </p15:guide>
        <p15:guide id="3" pos="1474">
          <p15:clr>
            <a:srgbClr val="9AA0A6"/>
          </p15:clr>
        </p15:guide>
        <p15:guide id="4" orient="horz" pos="623">
          <p15:clr>
            <a:srgbClr val="9AA0A6"/>
          </p15:clr>
        </p15:guide>
        <p15:guide id="5" pos="624">
          <p15:clr>
            <a:srgbClr val="9AA0A6"/>
          </p15:clr>
        </p15:guide>
        <p15:guide id="6" orient="horz" pos="604">
          <p15:clr>
            <a:srgbClr val="9AA0A6"/>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5" name="Emanuelle Carvalho"/>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474" orient="horz"/>
        <p:guide pos="2880"/>
        <p:guide pos="1474"/>
        <p:guide pos="623" orient="horz"/>
        <p:guide pos="624"/>
        <p:guide pos="604"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5"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61" Type="http://schemas.openxmlformats.org/officeDocument/2006/relationships/font" Target="fonts/HelveticaNeue-regular.fntdata"/><Relationship Id="rId62" Type="http://schemas.openxmlformats.org/officeDocument/2006/relationships/font" Target="fonts/HelveticaNeue-bold.fntdata"/><Relationship Id="rId63" Type="http://schemas.openxmlformats.org/officeDocument/2006/relationships/font" Target="fonts/HelveticaNeue-italic.fntdata"/><Relationship Id="rId64" Type="http://schemas.openxmlformats.org/officeDocument/2006/relationships/font" Target="fonts/HelveticaNeue-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2">
  <p:cSld name="TITLE_3">
    <p:spTree>
      <p:nvGrpSpPr>
        <p:cNvPr id="10" name="Shape 10"/>
        <p:cNvGrpSpPr/>
        <p:nvPr/>
      </p:nvGrpSpPr>
      <p:grpSpPr>
        <a:xfrm>
          <a:off x="0" y="0"/>
          <a:ext cx="0" cy="0"/>
          <a:chOff x="0" y="0"/>
          <a:chExt cx="0" cy="0"/>
        </a:xfrm>
      </p:grpSpPr>
      <p:sp>
        <p:nvSpPr>
          <p:cNvPr id="11" name="Google Shape;11;p2"/>
          <p:cNvSpPr txBox="1"/>
          <p:nvPr>
            <p:ph idx="12" type="sldNum"/>
          </p:nvPr>
        </p:nvSpPr>
        <p:spPr>
          <a:xfrm>
            <a:off x="4488971" y="4902398"/>
            <a:ext cx="162600" cy="186900"/>
          </a:xfrm>
          <a:prstGeom prst="rect">
            <a:avLst/>
          </a:prstGeom>
          <a:noFill/>
          <a:ln>
            <a:noFill/>
          </a:ln>
        </p:spPr>
        <p:txBody>
          <a:bodyPr anchorCtr="0" anchor="t" bIns="26775" lIns="26775" spcFirstLastPara="1" rIns="26775" wrap="square" tIns="26775">
            <a:normAutofit/>
          </a:bodyPr>
          <a:lstStyle>
            <a:lvl1pPr indent="0" lvl="0" marL="0" marR="0" rtl="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1pPr>
            <a:lvl2pPr indent="0" lvl="1" marL="0" marR="0" rtl="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2pPr>
            <a:lvl3pPr indent="0" lvl="2" marL="0" marR="0" rtl="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3pPr>
            <a:lvl4pPr indent="0" lvl="3" marL="0" marR="0" rtl="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4pPr>
            <a:lvl5pPr indent="0" lvl="4" marL="0" marR="0" rtl="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5pPr>
            <a:lvl6pPr indent="0" lvl="5" marL="0" marR="0" rtl="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6pPr>
            <a:lvl7pPr indent="0" lvl="6" marL="0" marR="0" rtl="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7pPr>
            <a:lvl8pPr indent="0" lvl="7" marL="0" marR="0" rtl="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8pPr>
            <a:lvl9pPr indent="0" lvl="8" marL="0" marR="0" rtl="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9pPr>
          </a:lstStyle>
          <a:p>
            <a:pPr indent="0" lvl="0" marL="0" rtl="0" algn="ct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14" name="Google Shape;14;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5" name="Google Shape;15;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SzPts val="3600"/>
              <a:buNone/>
              <a:defRPr sz="3600"/>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18" name="Google Shape;18;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1" name="Google Shape;21;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22" name="Google Shape;22;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5" name="Google Shape;25;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26" name="Google Shape;26;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0" name="Google Shape;30;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2400"/>
              <a:buNone/>
              <a:defRPr sz="24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33" name="Google Shape;33;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rtl="0" algn="l">
              <a:lnSpc>
                <a:spcPct val="115000"/>
              </a:lnSpc>
              <a:spcBef>
                <a:spcPts val="0"/>
              </a:spcBef>
              <a:spcAft>
                <a:spcPts val="0"/>
              </a:spcAft>
              <a:buSzPts val="1200"/>
              <a:buChar char="●"/>
              <a:defRPr sz="1200"/>
            </a:lvl1pPr>
            <a:lvl2pPr indent="-304800" lvl="1" marL="914400" rtl="0" algn="l">
              <a:lnSpc>
                <a:spcPct val="115000"/>
              </a:lnSpc>
              <a:spcBef>
                <a:spcPts val="0"/>
              </a:spcBef>
              <a:spcAft>
                <a:spcPts val="0"/>
              </a:spcAft>
              <a:buSzPts val="1200"/>
              <a:buChar char="○"/>
              <a:defRPr sz="1200"/>
            </a:lvl2pPr>
            <a:lvl3pPr indent="-304800" lvl="2" marL="1371600" rtl="0" algn="l">
              <a:lnSpc>
                <a:spcPct val="115000"/>
              </a:lnSpc>
              <a:spcBef>
                <a:spcPts val="0"/>
              </a:spcBef>
              <a:spcAft>
                <a:spcPts val="0"/>
              </a:spcAft>
              <a:buSzPts val="1200"/>
              <a:buChar char="■"/>
              <a:defRPr sz="1200"/>
            </a:lvl3pPr>
            <a:lvl4pPr indent="-304800" lvl="3" marL="1828800" rtl="0" algn="l">
              <a:lnSpc>
                <a:spcPct val="115000"/>
              </a:lnSpc>
              <a:spcBef>
                <a:spcPts val="0"/>
              </a:spcBef>
              <a:spcAft>
                <a:spcPts val="0"/>
              </a:spcAft>
              <a:buSzPts val="1200"/>
              <a:buChar char="●"/>
              <a:defRPr sz="1200"/>
            </a:lvl4pPr>
            <a:lvl5pPr indent="-304800" lvl="4" marL="2286000" rtl="0" algn="l">
              <a:lnSpc>
                <a:spcPct val="115000"/>
              </a:lnSpc>
              <a:spcBef>
                <a:spcPts val="0"/>
              </a:spcBef>
              <a:spcAft>
                <a:spcPts val="0"/>
              </a:spcAft>
              <a:buSzPts val="1200"/>
              <a:buChar char="○"/>
              <a:defRPr sz="1200"/>
            </a:lvl5pPr>
            <a:lvl6pPr indent="-304800" lvl="5" marL="2743200" rtl="0" algn="l">
              <a:lnSpc>
                <a:spcPct val="115000"/>
              </a:lnSpc>
              <a:spcBef>
                <a:spcPts val="0"/>
              </a:spcBef>
              <a:spcAft>
                <a:spcPts val="0"/>
              </a:spcAft>
              <a:buSzPts val="1200"/>
              <a:buChar char="■"/>
              <a:defRPr sz="1200"/>
            </a:lvl6pPr>
            <a:lvl7pPr indent="-304800" lvl="6" marL="3200400" rtl="0" algn="l">
              <a:lnSpc>
                <a:spcPct val="115000"/>
              </a:lnSpc>
              <a:spcBef>
                <a:spcPts val="0"/>
              </a:spcBef>
              <a:spcAft>
                <a:spcPts val="0"/>
              </a:spcAft>
              <a:buSzPts val="1200"/>
              <a:buChar char="●"/>
              <a:defRPr sz="1200"/>
            </a:lvl7pPr>
            <a:lvl8pPr indent="-304800" lvl="7" marL="3657600" rtl="0" algn="l">
              <a:lnSpc>
                <a:spcPct val="115000"/>
              </a:lnSpc>
              <a:spcBef>
                <a:spcPts val="0"/>
              </a:spcBef>
              <a:spcAft>
                <a:spcPts val="0"/>
              </a:spcAft>
              <a:buSzPts val="1200"/>
              <a:buChar char="○"/>
              <a:defRPr sz="1200"/>
            </a:lvl8pPr>
            <a:lvl9pPr indent="-304800" lvl="8" marL="4114800" rtl="0" algn="l">
              <a:lnSpc>
                <a:spcPct val="115000"/>
              </a:lnSpc>
              <a:spcBef>
                <a:spcPts val="0"/>
              </a:spcBef>
              <a:spcAft>
                <a:spcPts val="0"/>
              </a:spcAft>
              <a:buSzPts val="1200"/>
              <a:buChar char="■"/>
              <a:defRPr sz="12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rtl="0" algn="l">
              <a:lnSpc>
                <a:spcPct val="100000"/>
              </a:lnSpc>
              <a:spcBef>
                <a:spcPts val="0"/>
              </a:spcBef>
              <a:spcAft>
                <a:spcPts val="0"/>
              </a:spcAft>
              <a:buSzPts val="4800"/>
              <a:buNone/>
              <a:defRPr sz="4800"/>
            </a:lvl1pPr>
            <a:lvl2pPr lvl="1" rtl="0" algn="l">
              <a:lnSpc>
                <a:spcPct val="100000"/>
              </a:lnSpc>
              <a:spcBef>
                <a:spcPts val="0"/>
              </a:spcBef>
              <a:spcAft>
                <a:spcPts val="0"/>
              </a:spcAft>
              <a:buSzPts val="4800"/>
              <a:buNone/>
              <a:defRPr sz="4800"/>
            </a:lvl2pPr>
            <a:lvl3pPr lvl="2" rtl="0" algn="l">
              <a:lnSpc>
                <a:spcPct val="100000"/>
              </a:lnSpc>
              <a:spcBef>
                <a:spcPts val="0"/>
              </a:spcBef>
              <a:spcAft>
                <a:spcPts val="0"/>
              </a:spcAft>
              <a:buSzPts val="4800"/>
              <a:buNone/>
              <a:defRPr sz="4800"/>
            </a:lvl3pPr>
            <a:lvl4pPr lvl="3" rtl="0" algn="l">
              <a:lnSpc>
                <a:spcPct val="100000"/>
              </a:lnSpc>
              <a:spcBef>
                <a:spcPts val="0"/>
              </a:spcBef>
              <a:spcAft>
                <a:spcPts val="0"/>
              </a:spcAft>
              <a:buSzPts val="4800"/>
              <a:buNone/>
              <a:defRPr sz="4800"/>
            </a:lvl4pPr>
            <a:lvl5pPr lvl="4" rtl="0" algn="l">
              <a:lnSpc>
                <a:spcPct val="100000"/>
              </a:lnSpc>
              <a:spcBef>
                <a:spcPts val="0"/>
              </a:spcBef>
              <a:spcAft>
                <a:spcPts val="0"/>
              </a:spcAft>
              <a:buSzPts val="4800"/>
              <a:buNone/>
              <a:defRPr sz="4800"/>
            </a:lvl5pPr>
            <a:lvl6pPr lvl="5" rtl="0" algn="l">
              <a:lnSpc>
                <a:spcPct val="100000"/>
              </a:lnSpc>
              <a:spcBef>
                <a:spcPts val="0"/>
              </a:spcBef>
              <a:spcAft>
                <a:spcPts val="0"/>
              </a:spcAft>
              <a:buSzPts val="4800"/>
              <a:buNone/>
              <a:defRPr sz="4800"/>
            </a:lvl6pPr>
            <a:lvl7pPr lvl="6" rtl="0" algn="l">
              <a:lnSpc>
                <a:spcPct val="100000"/>
              </a:lnSpc>
              <a:spcBef>
                <a:spcPts val="0"/>
              </a:spcBef>
              <a:spcAft>
                <a:spcPts val="0"/>
              </a:spcAft>
              <a:buSzPts val="4800"/>
              <a:buNone/>
              <a:defRPr sz="4800"/>
            </a:lvl7pPr>
            <a:lvl8pPr lvl="7" rtl="0" algn="l">
              <a:lnSpc>
                <a:spcPct val="100000"/>
              </a:lnSpc>
              <a:spcBef>
                <a:spcPts val="0"/>
              </a:spcBef>
              <a:spcAft>
                <a:spcPts val="0"/>
              </a:spcAft>
              <a:buSzPts val="4800"/>
              <a:buNone/>
              <a:defRPr sz="4800"/>
            </a:lvl8pPr>
            <a:lvl9pPr lvl="8" rtl="0" algn="l">
              <a:lnSpc>
                <a:spcPct val="100000"/>
              </a:lnSpc>
              <a:spcBef>
                <a:spcPts val="0"/>
              </a:spcBef>
              <a:spcAft>
                <a:spcPts val="0"/>
              </a:spcAft>
              <a:buSzPts val="4800"/>
              <a:buNone/>
              <a:defRPr sz="4800"/>
            </a:lvl9pPr>
          </a:lstStyle>
          <a:p/>
        </p:txBody>
      </p:sp>
      <p:sp>
        <p:nvSpPr>
          <p:cNvPr id="37" name="Google Shape;37;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4200"/>
              <a:buNone/>
              <a:defRPr sz="4200"/>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41" name="Google Shape;41;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42" name="Google Shape;42;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rtl="0" algn="l">
              <a:lnSpc>
                <a:spcPct val="100000"/>
              </a:lnSpc>
              <a:spcBef>
                <a:spcPts val="0"/>
              </a:spcBef>
              <a:spcAft>
                <a:spcPts val="0"/>
              </a:spcAft>
              <a:buSzPts val="1800"/>
              <a:buNone/>
              <a:defRPr/>
            </a:lvl1pPr>
          </a:lstStyle>
          <a:p/>
        </p:txBody>
      </p:sp>
      <p:sp>
        <p:nvSpPr>
          <p:cNvPr id="46" name="Google Shape;46;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12000"/>
              <a:buNone/>
              <a:defRPr sz="12000"/>
            </a:lvl1pPr>
            <a:lvl2pPr lvl="1" rtl="0" algn="ctr">
              <a:lnSpc>
                <a:spcPct val="100000"/>
              </a:lnSpc>
              <a:spcBef>
                <a:spcPts val="0"/>
              </a:spcBef>
              <a:spcAft>
                <a:spcPts val="0"/>
              </a:spcAft>
              <a:buSzPts val="12000"/>
              <a:buNone/>
              <a:defRPr sz="12000"/>
            </a:lvl2pPr>
            <a:lvl3pPr lvl="2" rtl="0" algn="ctr">
              <a:lnSpc>
                <a:spcPct val="100000"/>
              </a:lnSpc>
              <a:spcBef>
                <a:spcPts val="0"/>
              </a:spcBef>
              <a:spcAft>
                <a:spcPts val="0"/>
              </a:spcAft>
              <a:buSzPts val="12000"/>
              <a:buNone/>
              <a:defRPr sz="12000"/>
            </a:lvl3pPr>
            <a:lvl4pPr lvl="3" rtl="0" algn="ctr">
              <a:lnSpc>
                <a:spcPct val="100000"/>
              </a:lnSpc>
              <a:spcBef>
                <a:spcPts val="0"/>
              </a:spcBef>
              <a:spcAft>
                <a:spcPts val="0"/>
              </a:spcAft>
              <a:buSzPts val="12000"/>
              <a:buNone/>
              <a:defRPr sz="12000"/>
            </a:lvl4pPr>
            <a:lvl5pPr lvl="4" rtl="0" algn="ctr">
              <a:lnSpc>
                <a:spcPct val="100000"/>
              </a:lnSpc>
              <a:spcBef>
                <a:spcPts val="0"/>
              </a:spcBef>
              <a:spcAft>
                <a:spcPts val="0"/>
              </a:spcAft>
              <a:buSzPts val="12000"/>
              <a:buNone/>
              <a:defRPr sz="12000"/>
            </a:lvl5pPr>
            <a:lvl6pPr lvl="5" rtl="0" algn="ctr">
              <a:lnSpc>
                <a:spcPct val="100000"/>
              </a:lnSpc>
              <a:spcBef>
                <a:spcPts val="0"/>
              </a:spcBef>
              <a:spcAft>
                <a:spcPts val="0"/>
              </a:spcAft>
              <a:buSzPts val="12000"/>
              <a:buNone/>
              <a:defRPr sz="12000"/>
            </a:lvl6pPr>
            <a:lvl7pPr lvl="6" rtl="0" algn="ctr">
              <a:lnSpc>
                <a:spcPct val="100000"/>
              </a:lnSpc>
              <a:spcBef>
                <a:spcPts val="0"/>
              </a:spcBef>
              <a:spcAft>
                <a:spcPts val="0"/>
              </a:spcAft>
              <a:buSzPts val="12000"/>
              <a:buNone/>
              <a:defRPr sz="12000"/>
            </a:lvl7pPr>
            <a:lvl8pPr lvl="7" rtl="0" algn="ctr">
              <a:lnSpc>
                <a:spcPct val="100000"/>
              </a:lnSpc>
              <a:spcBef>
                <a:spcPts val="0"/>
              </a:spcBef>
              <a:spcAft>
                <a:spcPts val="0"/>
              </a:spcAft>
              <a:buSzPts val="12000"/>
              <a:buNone/>
              <a:defRPr sz="12000"/>
            </a:lvl8pPr>
            <a:lvl9pPr lvl="8" rtl="0" algn="ctr">
              <a:lnSpc>
                <a:spcPct val="100000"/>
              </a:lnSpc>
              <a:spcBef>
                <a:spcPts val="0"/>
              </a:spcBef>
              <a:spcAft>
                <a:spcPts val="0"/>
              </a:spcAft>
              <a:buSzPts val="12000"/>
              <a:buNone/>
              <a:defRPr sz="12000"/>
            </a:lvl9pPr>
          </a:lstStyle>
          <a:p>
            <a:r>
              <a:t>xx%</a:t>
            </a:r>
          </a:p>
        </p:txBody>
      </p:sp>
      <p:sp>
        <p:nvSpPr>
          <p:cNvPr id="49" name="Google Shape;49;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rtl="0" algn="ctr">
              <a:lnSpc>
                <a:spcPct val="115000"/>
              </a:lnSpc>
              <a:spcBef>
                <a:spcPts val="0"/>
              </a:spcBef>
              <a:spcAft>
                <a:spcPts val="0"/>
              </a:spcAft>
              <a:buSzPts val="1800"/>
              <a:buChar char="●"/>
              <a:defRPr/>
            </a:lvl1pPr>
            <a:lvl2pPr indent="-317500" lvl="1" marL="914400" rtl="0" algn="ctr">
              <a:lnSpc>
                <a:spcPct val="115000"/>
              </a:lnSpc>
              <a:spcBef>
                <a:spcPts val="0"/>
              </a:spcBef>
              <a:spcAft>
                <a:spcPts val="0"/>
              </a:spcAft>
              <a:buSzPts val="1400"/>
              <a:buChar char="○"/>
              <a:defRPr/>
            </a:lvl2pPr>
            <a:lvl3pPr indent="-317500" lvl="2" marL="1371600" rtl="0" algn="ctr">
              <a:lnSpc>
                <a:spcPct val="115000"/>
              </a:lnSpc>
              <a:spcBef>
                <a:spcPts val="0"/>
              </a:spcBef>
              <a:spcAft>
                <a:spcPts val="0"/>
              </a:spcAft>
              <a:buSzPts val="1400"/>
              <a:buChar char="■"/>
              <a:defRPr/>
            </a:lvl3pPr>
            <a:lvl4pPr indent="-317500" lvl="3" marL="1828800" rtl="0" algn="ctr">
              <a:lnSpc>
                <a:spcPct val="115000"/>
              </a:lnSpc>
              <a:spcBef>
                <a:spcPts val="0"/>
              </a:spcBef>
              <a:spcAft>
                <a:spcPts val="0"/>
              </a:spcAft>
              <a:buSzPts val="1400"/>
              <a:buChar char="●"/>
              <a:defRPr/>
            </a:lvl4pPr>
            <a:lvl5pPr indent="-317500" lvl="4" marL="2286000" rtl="0" algn="ctr">
              <a:lnSpc>
                <a:spcPct val="115000"/>
              </a:lnSpc>
              <a:spcBef>
                <a:spcPts val="0"/>
              </a:spcBef>
              <a:spcAft>
                <a:spcPts val="0"/>
              </a:spcAft>
              <a:buSzPts val="1400"/>
              <a:buChar char="○"/>
              <a:defRPr/>
            </a:lvl5pPr>
            <a:lvl6pPr indent="-317500" lvl="5" marL="2743200" rtl="0" algn="ctr">
              <a:lnSpc>
                <a:spcPct val="115000"/>
              </a:lnSpc>
              <a:spcBef>
                <a:spcPts val="0"/>
              </a:spcBef>
              <a:spcAft>
                <a:spcPts val="0"/>
              </a:spcAft>
              <a:buSzPts val="1400"/>
              <a:buChar char="■"/>
              <a:defRPr/>
            </a:lvl6pPr>
            <a:lvl7pPr indent="-317500" lvl="6" marL="3200400" rtl="0" algn="ctr">
              <a:lnSpc>
                <a:spcPct val="115000"/>
              </a:lnSpc>
              <a:spcBef>
                <a:spcPts val="0"/>
              </a:spcBef>
              <a:spcAft>
                <a:spcPts val="0"/>
              </a:spcAft>
              <a:buSzPts val="1400"/>
              <a:buChar char="●"/>
              <a:defRPr/>
            </a:lvl7pPr>
            <a:lvl8pPr indent="-317500" lvl="7" marL="3657600" rtl="0" algn="ctr">
              <a:lnSpc>
                <a:spcPct val="115000"/>
              </a:lnSpc>
              <a:spcBef>
                <a:spcPts val="0"/>
              </a:spcBef>
              <a:spcAft>
                <a:spcPts val="0"/>
              </a:spcAft>
              <a:buSzPts val="1400"/>
              <a:buChar char="○"/>
              <a:defRPr/>
            </a:lvl8pPr>
            <a:lvl9pPr indent="-317500" lvl="8" marL="4114800" rtl="0" algn="ctr">
              <a:lnSpc>
                <a:spcPct val="115000"/>
              </a:lnSpc>
              <a:spcBef>
                <a:spcPts val="0"/>
              </a:spcBef>
              <a:spcAft>
                <a:spcPts val="0"/>
              </a:spcAft>
              <a:buSzPts val="1400"/>
              <a:buChar char="■"/>
              <a:defRPr/>
            </a:lvl9pPr>
          </a:lstStyle>
          <a:p/>
        </p:txBody>
      </p:sp>
      <p:sp>
        <p:nvSpPr>
          <p:cNvPr id="50" name="Google Shape;50;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rby">
  <p:cSld name="TITLE_4">
    <p:spTree>
      <p:nvGrpSpPr>
        <p:cNvPr id="53" name="Shape 53"/>
        <p:cNvGrpSpPr/>
        <p:nvPr/>
      </p:nvGrpSpPr>
      <p:grpSpPr>
        <a:xfrm>
          <a:off x="0" y="0"/>
          <a:ext cx="0" cy="0"/>
          <a:chOff x="0" y="0"/>
          <a:chExt cx="0" cy="0"/>
        </a:xfrm>
      </p:grpSpPr>
      <p:sp>
        <p:nvSpPr>
          <p:cNvPr id="54" name="Google Shape;54;p14"/>
          <p:cNvSpPr txBox="1"/>
          <p:nvPr>
            <p:ph idx="12" type="sldNum"/>
          </p:nvPr>
        </p:nvSpPr>
        <p:spPr>
          <a:xfrm>
            <a:off x="4488971" y="4902398"/>
            <a:ext cx="162600" cy="186900"/>
          </a:xfrm>
          <a:prstGeom prst="rect">
            <a:avLst/>
          </a:prstGeom>
          <a:noFill/>
          <a:ln>
            <a:noFill/>
          </a:ln>
        </p:spPr>
        <p:txBody>
          <a:bodyPr anchorCtr="0" anchor="t" bIns="26775" lIns="26775" spcFirstLastPara="1" rIns="26775" wrap="square" tIns="26775">
            <a:noAutofit/>
          </a:bodyPr>
          <a:lstStyle>
            <a:lvl1pPr indent="0" lvl="0" marL="0" marR="0" rtl="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1pPr>
            <a:lvl2pPr indent="0" lvl="1" marL="0" marR="0" rtl="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2pPr>
            <a:lvl3pPr indent="0" lvl="2" marL="0" marR="0" rtl="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3pPr>
            <a:lvl4pPr indent="0" lvl="3" marL="0" marR="0" rtl="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4pPr>
            <a:lvl5pPr indent="0" lvl="4" marL="0" marR="0" rtl="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5pPr>
            <a:lvl6pPr indent="0" lvl="5" marL="0" marR="0" rtl="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6pPr>
            <a:lvl7pPr indent="0" lvl="6" marL="0" marR="0" rtl="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7pPr>
            <a:lvl8pPr indent="0" lvl="7" marL="0" marR="0" rtl="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8pPr>
            <a:lvl9pPr indent="0" lvl="8" marL="0" marR="0" rtl="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9pPr>
          </a:lstStyle>
          <a:p>
            <a:pPr indent="0" lvl="0" marL="0" rtl="0" algn="ct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TITLE_5">
    <p:spTree>
      <p:nvGrpSpPr>
        <p:cNvPr id="55" name="Shape 55"/>
        <p:cNvGrpSpPr/>
        <p:nvPr/>
      </p:nvGrpSpPr>
      <p:grpSpPr>
        <a:xfrm>
          <a:off x="0" y="0"/>
          <a:ext cx="0" cy="0"/>
          <a:chOff x="0" y="0"/>
          <a:chExt cx="0" cy="0"/>
        </a:xfrm>
      </p:grpSpPr>
      <p:sp>
        <p:nvSpPr>
          <p:cNvPr id="56" name="Google Shape;56;p15"/>
          <p:cNvSpPr txBox="1"/>
          <p:nvPr>
            <p:ph idx="12" type="sldNum"/>
          </p:nvPr>
        </p:nvSpPr>
        <p:spPr>
          <a:xfrm>
            <a:off x="4488971" y="4902398"/>
            <a:ext cx="162600" cy="186900"/>
          </a:xfrm>
          <a:prstGeom prst="rect">
            <a:avLst/>
          </a:prstGeom>
          <a:noFill/>
          <a:ln>
            <a:noFill/>
          </a:ln>
        </p:spPr>
        <p:txBody>
          <a:bodyPr anchorCtr="0" anchor="t" bIns="26775" lIns="26775" spcFirstLastPara="1" rIns="26775" wrap="square" tIns="26775">
            <a:noAutofit/>
          </a:bodyPr>
          <a:lstStyle>
            <a:lvl1pPr indent="0" lvl="0" marL="0" marR="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1pPr>
            <a:lvl2pPr indent="0" lvl="1" marL="0" marR="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2pPr>
            <a:lvl3pPr indent="0" lvl="2" marL="0" marR="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3pPr>
            <a:lvl4pPr indent="0" lvl="3" marL="0" marR="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4pPr>
            <a:lvl5pPr indent="0" lvl="4" marL="0" marR="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5pPr>
            <a:lvl6pPr indent="0" lvl="5" marL="0" marR="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6pPr>
            <a:lvl7pPr indent="0" lvl="6" marL="0" marR="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7pPr>
            <a:lvl8pPr indent="0" lvl="7" marL="0" marR="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8pPr>
            <a:lvl9pPr indent="0" lvl="8" marL="0" marR="0" algn="ctr">
              <a:lnSpc>
                <a:spcPct val="100000"/>
              </a:lnSpc>
              <a:spcBef>
                <a:spcPts val="0"/>
              </a:spcBef>
              <a:spcAft>
                <a:spcPts val="0"/>
              </a:spcAft>
              <a:buClr>
                <a:srgbClr val="000000"/>
              </a:buClr>
              <a:buSzPts val="800"/>
              <a:buFont typeface="Source Sans Pro"/>
              <a:buNone/>
              <a:defRPr b="0" i="0" sz="800" u="none" cap="none" strike="noStrike">
                <a:solidFill>
                  <a:srgbClr val="000000"/>
                </a:solidFill>
                <a:latin typeface="Source Sans Pro"/>
                <a:ea typeface="Source Sans Pro"/>
                <a:cs typeface="Source Sans Pro"/>
                <a:sym typeface="Source Sans Pro"/>
              </a:defRPr>
            </a:lvl9pPr>
          </a:lstStyle>
          <a:p>
            <a:pPr indent="0" lvl="0" marL="0" rtl="0" algn="ctr">
              <a:spcBef>
                <a:spcPts val="0"/>
              </a:spcBef>
              <a:spcAft>
                <a:spcPts val="0"/>
              </a:spcAft>
              <a:buNone/>
            </a:pPr>
            <a:fld id="{00000000-1234-1234-1234-123412341234}" type="slidenum">
              <a:rPr lang="d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015699"/>
              </a:buClr>
              <a:buSzPts val="2800"/>
              <a:buFont typeface="Arial"/>
              <a:buNone/>
              <a:defRPr b="0" i="0" sz="2800" u="none" cap="none" strike="noStrike">
                <a:solidFill>
                  <a:srgbClr val="015699"/>
                </a:solidFill>
                <a:latin typeface="Arial"/>
                <a:ea typeface="Arial"/>
                <a:cs typeface="Arial"/>
                <a:sym typeface="Arial"/>
              </a:defRPr>
            </a:lvl1pPr>
            <a:lvl2pPr lvl="1" marR="0" rtl="0" algn="l">
              <a:lnSpc>
                <a:spcPct val="100000"/>
              </a:lnSpc>
              <a:spcBef>
                <a:spcPts val="0"/>
              </a:spcBef>
              <a:spcAft>
                <a:spcPts val="0"/>
              </a:spcAft>
              <a:buClr>
                <a:srgbClr val="015699"/>
              </a:buClr>
              <a:buSzPts val="2800"/>
              <a:buFont typeface="Arial"/>
              <a:buNone/>
              <a:defRPr b="0" i="0" sz="2800" u="none" cap="none" strike="noStrike">
                <a:solidFill>
                  <a:srgbClr val="015699"/>
                </a:solidFill>
                <a:latin typeface="Arial"/>
                <a:ea typeface="Arial"/>
                <a:cs typeface="Arial"/>
                <a:sym typeface="Arial"/>
              </a:defRPr>
            </a:lvl2pPr>
            <a:lvl3pPr lvl="2" marR="0" rtl="0" algn="l">
              <a:lnSpc>
                <a:spcPct val="100000"/>
              </a:lnSpc>
              <a:spcBef>
                <a:spcPts val="0"/>
              </a:spcBef>
              <a:spcAft>
                <a:spcPts val="0"/>
              </a:spcAft>
              <a:buClr>
                <a:srgbClr val="015699"/>
              </a:buClr>
              <a:buSzPts val="2800"/>
              <a:buFont typeface="Arial"/>
              <a:buNone/>
              <a:defRPr b="0" i="0" sz="2800" u="none" cap="none" strike="noStrike">
                <a:solidFill>
                  <a:srgbClr val="015699"/>
                </a:solidFill>
                <a:latin typeface="Arial"/>
                <a:ea typeface="Arial"/>
                <a:cs typeface="Arial"/>
                <a:sym typeface="Arial"/>
              </a:defRPr>
            </a:lvl3pPr>
            <a:lvl4pPr lvl="3" marR="0" rtl="0" algn="l">
              <a:lnSpc>
                <a:spcPct val="100000"/>
              </a:lnSpc>
              <a:spcBef>
                <a:spcPts val="0"/>
              </a:spcBef>
              <a:spcAft>
                <a:spcPts val="0"/>
              </a:spcAft>
              <a:buClr>
                <a:srgbClr val="015699"/>
              </a:buClr>
              <a:buSzPts val="2800"/>
              <a:buFont typeface="Arial"/>
              <a:buNone/>
              <a:defRPr b="0" i="0" sz="2800" u="none" cap="none" strike="noStrike">
                <a:solidFill>
                  <a:srgbClr val="015699"/>
                </a:solidFill>
                <a:latin typeface="Arial"/>
                <a:ea typeface="Arial"/>
                <a:cs typeface="Arial"/>
                <a:sym typeface="Arial"/>
              </a:defRPr>
            </a:lvl4pPr>
            <a:lvl5pPr lvl="4" marR="0" rtl="0" algn="l">
              <a:lnSpc>
                <a:spcPct val="100000"/>
              </a:lnSpc>
              <a:spcBef>
                <a:spcPts val="0"/>
              </a:spcBef>
              <a:spcAft>
                <a:spcPts val="0"/>
              </a:spcAft>
              <a:buClr>
                <a:srgbClr val="015699"/>
              </a:buClr>
              <a:buSzPts val="2800"/>
              <a:buFont typeface="Arial"/>
              <a:buNone/>
              <a:defRPr b="0" i="0" sz="2800" u="none" cap="none" strike="noStrike">
                <a:solidFill>
                  <a:srgbClr val="015699"/>
                </a:solidFill>
                <a:latin typeface="Arial"/>
                <a:ea typeface="Arial"/>
                <a:cs typeface="Arial"/>
                <a:sym typeface="Arial"/>
              </a:defRPr>
            </a:lvl5pPr>
            <a:lvl6pPr lvl="5" marR="0" rtl="0" algn="l">
              <a:lnSpc>
                <a:spcPct val="100000"/>
              </a:lnSpc>
              <a:spcBef>
                <a:spcPts val="0"/>
              </a:spcBef>
              <a:spcAft>
                <a:spcPts val="0"/>
              </a:spcAft>
              <a:buClr>
                <a:srgbClr val="015699"/>
              </a:buClr>
              <a:buSzPts val="2800"/>
              <a:buFont typeface="Arial"/>
              <a:buNone/>
              <a:defRPr b="0" i="0" sz="2800" u="none" cap="none" strike="noStrike">
                <a:solidFill>
                  <a:srgbClr val="015699"/>
                </a:solidFill>
                <a:latin typeface="Arial"/>
                <a:ea typeface="Arial"/>
                <a:cs typeface="Arial"/>
                <a:sym typeface="Arial"/>
              </a:defRPr>
            </a:lvl6pPr>
            <a:lvl7pPr lvl="6" marR="0" rtl="0" algn="l">
              <a:lnSpc>
                <a:spcPct val="100000"/>
              </a:lnSpc>
              <a:spcBef>
                <a:spcPts val="0"/>
              </a:spcBef>
              <a:spcAft>
                <a:spcPts val="0"/>
              </a:spcAft>
              <a:buClr>
                <a:srgbClr val="015699"/>
              </a:buClr>
              <a:buSzPts val="2800"/>
              <a:buFont typeface="Arial"/>
              <a:buNone/>
              <a:defRPr b="0" i="0" sz="2800" u="none" cap="none" strike="noStrike">
                <a:solidFill>
                  <a:srgbClr val="015699"/>
                </a:solidFill>
                <a:latin typeface="Arial"/>
                <a:ea typeface="Arial"/>
                <a:cs typeface="Arial"/>
                <a:sym typeface="Arial"/>
              </a:defRPr>
            </a:lvl7pPr>
            <a:lvl8pPr lvl="7" marR="0" rtl="0" algn="l">
              <a:lnSpc>
                <a:spcPct val="100000"/>
              </a:lnSpc>
              <a:spcBef>
                <a:spcPts val="0"/>
              </a:spcBef>
              <a:spcAft>
                <a:spcPts val="0"/>
              </a:spcAft>
              <a:buClr>
                <a:srgbClr val="015699"/>
              </a:buClr>
              <a:buSzPts val="2800"/>
              <a:buFont typeface="Arial"/>
              <a:buNone/>
              <a:defRPr b="0" i="0" sz="2800" u="none" cap="none" strike="noStrike">
                <a:solidFill>
                  <a:srgbClr val="015699"/>
                </a:solidFill>
                <a:latin typeface="Arial"/>
                <a:ea typeface="Arial"/>
                <a:cs typeface="Arial"/>
                <a:sym typeface="Arial"/>
              </a:defRPr>
            </a:lvl8pPr>
            <a:lvl9pPr lvl="8" marR="0" rtl="0" algn="l">
              <a:lnSpc>
                <a:spcPct val="100000"/>
              </a:lnSpc>
              <a:spcBef>
                <a:spcPts val="0"/>
              </a:spcBef>
              <a:spcAft>
                <a:spcPts val="0"/>
              </a:spcAft>
              <a:buClr>
                <a:srgbClr val="015699"/>
              </a:buClr>
              <a:buSzPts val="2800"/>
              <a:buFont typeface="Arial"/>
              <a:buNone/>
              <a:defRPr b="0" i="0" sz="2800" u="none" cap="none" strike="noStrike">
                <a:solidFill>
                  <a:srgbClr val="015699"/>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rgbClr val="015699"/>
              </a:buClr>
              <a:buSzPts val="1800"/>
              <a:buFont typeface="Arial"/>
              <a:buChar char="●"/>
              <a:defRPr b="0" i="0" sz="1800" u="none" cap="none" strike="noStrike">
                <a:solidFill>
                  <a:srgbClr val="015699"/>
                </a:solidFill>
                <a:latin typeface="Arial"/>
                <a:ea typeface="Arial"/>
                <a:cs typeface="Arial"/>
                <a:sym typeface="Arial"/>
              </a:defRPr>
            </a:lvl1pPr>
            <a:lvl2pPr indent="-317500" lvl="1" marL="914400" marR="0" rtl="0" algn="l">
              <a:lnSpc>
                <a:spcPct val="115000"/>
              </a:lnSpc>
              <a:spcBef>
                <a:spcPts val="0"/>
              </a:spcBef>
              <a:spcAft>
                <a:spcPts val="0"/>
              </a:spcAft>
              <a:buClr>
                <a:srgbClr val="015699"/>
              </a:buClr>
              <a:buSzPts val="1400"/>
              <a:buFont typeface="Arial"/>
              <a:buChar char="○"/>
              <a:defRPr b="0" i="0" sz="1400" u="none" cap="none" strike="noStrike">
                <a:solidFill>
                  <a:srgbClr val="015699"/>
                </a:solidFill>
                <a:latin typeface="Arial"/>
                <a:ea typeface="Arial"/>
                <a:cs typeface="Arial"/>
                <a:sym typeface="Arial"/>
              </a:defRPr>
            </a:lvl2pPr>
            <a:lvl3pPr indent="-317500" lvl="2" marL="1371600" marR="0" rtl="0" algn="l">
              <a:lnSpc>
                <a:spcPct val="115000"/>
              </a:lnSpc>
              <a:spcBef>
                <a:spcPts val="0"/>
              </a:spcBef>
              <a:spcAft>
                <a:spcPts val="0"/>
              </a:spcAft>
              <a:buClr>
                <a:srgbClr val="015699"/>
              </a:buClr>
              <a:buSzPts val="1400"/>
              <a:buFont typeface="Arial"/>
              <a:buChar char="■"/>
              <a:defRPr b="0" i="0" sz="1400" u="none" cap="none" strike="noStrike">
                <a:solidFill>
                  <a:srgbClr val="015699"/>
                </a:solidFill>
                <a:latin typeface="Arial"/>
                <a:ea typeface="Arial"/>
                <a:cs typeface="Arial"/>
                <a:sym typeface="Arial"/>
              </a:defRPr>
            </a:lvl3pPr>
            <a:lvl4pPr indent="-317500" lvl="3" marL="1828800" marR="0" rtl="0" algn="l">
              <a:lnSpc>
                <a:spcPct val="115000"/>
              </a:lnSpc>
              <a:spcBef>
                <a:spcPts val="0"/>
              </a:spcBef>
              <a:spcAft>
                <a:spcPts val="0"/>
              </a:spcAft>
              <a:buClr>
                <a:srgbClr val="015699"/>
              </a:buClr>
              <a:buSzPts val="1400"/>
              <a:buFont typeface="Arial"/>
              <a:buChar char="●"/>
              <a:defRPr b="0" i="0" sz="1400" u="none" cap="none" strike="noStrike">
                <a:solidFill>
                  <a:srgbClr val="015699"/>
                </a:solidFill>
                <a:latin typeface="Arial"/>
                <a:ea typeface="Arial"/>
                <a:cs typeface="Arial"/>
                <a:sym typeface="Arial"/>
              </a:defRPr>
            </a:lvl4pPr>
            <a:lvl5pPr indent="-317500" lvl="4" marL="2286000" marR="0" rtl="0" algn="l">
              <a:lnSpc>
                <a:spcPct val="115000"/>
              </a:lnSpc>
              <a:spcBef>
                <a:spcPts val="0"/>
              </a:spcBef>
              <a:spcAft>
                <a:spcPts val="0"/>
              </a:spcAft>
              <a:buClr>
                <a:srgbClr val="015699"/>
              </a:buClr>
              <a:buSzPts val="1400"/>
              <a:buFont typeface="Arial"/>
              <a:buChar char="○"/>
              <a:defRPr b="0" i="0" sz="1400" u="none" cap="none" strike="noStrike">
                <a:solidFill>
                  <a:srgbClr val="015699"/>
                </a:solidFill>
                <a:latin typeface="Arial"/>
                <a:ea typeface="Arial"/>
                <a:cs typeface="Arial"/>
                <a:sym typeface="Arial"/>
              </a:defRPr>
            </a:lvl5pPr>
            <a:lvl6pPr indent="-317500" lvl="5" marL="2743200" marR="0" rtl="0" algn="l">
              <a:lnSpc>
                <a:spcPct val="115000"/>
              </a:lnSpc>
              <a:spcBef>
                <a:spcPts val="0"/>
              </a:spcBef>
              <a:spcAft>
                <a:spcPts val="0"/>
              </a:spcAft>
              <a:buClr>
                <a:srgbClr val="015699"/>
              </a:buClr>
              <a:buSzPts val="1400"/>
              <a:buFont typeface="Arial"/>
              <a:buChar char="■"/>
              <a:defRPr b="0" i="0" sz="1400" u="none" cap="none" strike="noStrike">
                <a:solidFill>
                  <a:srgbClr val="015699"/>
                </a:solidFill>
                <a:latin typeface="Arial"/>
                <a:ea typeface="Arial"/>
                <a:cs typeface="Arial"/>
                <a:sym typeface="Arial"/>
              </a:defRPr>
            </a:lvl6pPr>
            <a:lvl7pPr indent="-317500" lvl="6" marL="3200400" marR="0" rtl="0" algn="l">
              <a:lnSpc>
                <a:spcPct val="115000"/>
              </a:lnSpc>
              <a:spcBef>
                <a:spcPts val="0"/>
              </a:spcBef>
              <a:spcAft>
                <a:spcPts val="0"/>
              </a:spcAft>
              <a:buClr>
                <a:srgbClr val="015699"/>
              </a:buClr>
              <a:buSzPts val="1400"/>
              <a:buFont typeface="Arial"/>
              <a:buChar char="●"/>
              <a:defRPr b="0" i="0" sz="1400" u="none" cap="none" strike="noStrike">
                <a:solidFill>
                  <a:srgbClr val="015699"/>
                </a:solidFill>
                <a:latin typeface="Arial"/>
                <a:ea typeface="Arial"/>
                <a:cs typeface="Arial"/>
                <a:sym typeface="Arial"/>
              </a:defRPr>
            </a:lvl7pPr>
            <a:lvl8pPr indent="-317500" lvl="7" marL="3657600" marR="0" rtl="0" algn="l">
              <a:lnSpc>
                <a:spcPct val="115000"/>
              </a:lnSpc>
              <a:spcBef>
                <a:spcPts val="0"/>
              </a:spcBef>
              <a:spcAft>
                <a:spcPts val="0"/>
              </a:spcAft>
              <a:buClr>
                <a:srgbClr val="015699"/>
              </a:buClr>
              <a:buSzPts val="1400"/>
              <a:buFont typeface="Arial"/>
              <a:buChar char="○"/>
              <a:defRPr b="0" i="0" sz="1400" u="none" cap="none" strike="noStrike">
                <a:solidFill>
                  <a:srgbClr val="015699"/>
                </a:solidFill>
                <a:latin typeface="Arial"/>
                <a:ea typeface="Arial"/>
                <a:cs typeface="Arial"/>
                <a:sym typeface="Arial"/>
              </a:defRPr>
            </a:lvl8pPr>
            <a:lvl9pPr indent="-317500" lvl="8" marL="4114800" marR="0" rtl="0" algn="l">
              <a:lnSpc>
                <a:spcPct val="115000"/>
              </a:lnSpc>
              <a:spcBef>
                <a:spcPts val="0"/>
              </a:spcBef>
              <a:spcAft>
                <a:spcPts val="0"/>
              </a:spcAft>
              <a:buClr>
                <a:srgbClr val="015699"/>
              </a:buClr>
              <a:buSzPts val="1400"/>
              <a:buFont typeface="Arial"/>
              <a:buChar char="■"/>
              <a:defRPr b="0" i="0" sz="1400" u="none" cap="none" strike="noStrike">
                <a:solidFill>
                  <a:srgbClr val="015699"/>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de"/>
              <a:t>‹#›</a:t>
            </a:fld>
            <a:endParaRPr/>
          </a:p>
        </p:txBody>
      </p:sp>
      <p:pic>
        <p:nvPicPr>
          <p:cNvPr id="9" name="Google Shape;9;p1" title="260324HerbyFinalWeb_HerbyLogo.jpg"/>
          <p:cNvPicPr preferRelativeResize="0"/>
          <p:nvPr/>
        </p:nvPicPr>
        <p:blipFill rotWithShape="1">
          <a:blip r:embed="rId1">
            <a:alphaModFix/>
          </a:blip>
          <a:srcRect b="9690" l="0" r="0" t="9698"/>
          <a:stretch/>
        </p:blipFill>
        <p:spPr>
          <a:xfrm>
            <a:off x="7797950" y="95006"/>
            <a:ext cx="1223204" cy="3500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 Id="rId3"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F3F3"/>
        </a:solidFill>
      </p:bgPr>
    </p:bg>
    <p:spTree>
      <p:nvGrpSpPr>
        <p:cNvPr id="504" name="Shape 504"/>
        <p:cNvGrpSpPr/>
        <p:nvPr/>
      </p:nvGrpSpPr>
      <p:grpSpPr>
        <a:xfrm>
          <a:off x="0" y="0"/>
          <a:ext cx="0" cy="0"/>
          <a:chOff x="0" y="0"/>
          <a:chExt cx="0" cy="0"/>
        </a:xfrm>
      </p:grpSpPr>
      <p:sp>
        <p:nvSpPr>
          <p:cNvPr id="505" name="Google Shape;505;p51"/>
          <p:cNvSpPr/>
          <p:nvPr/>
        </p:nvSpPr>
        <p:spPr>
          <a:xfrm>
            <a:off x="25" y="7875"/>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6" name="Google Shape;506;p51"/>
          <p:cNvSpPr/>
          <p:nvPr/>
        </p:nvSpPr>
        <p:spPr>
          <a:xfrm>
            <a:off x="692100" y="410375"/>
            <a:ext cx="951600" cy="54000"/>
          </a:xfrm>
          <a:prstGeom prst="rect">
            <a:avLst/>
          </a:prstGeom>
          <a:solidFill>
            <a:srgbClr val="0156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7" name="Google Shape;507;p51"/>
          <p:cNvSpPr txBox="1"/>
          <p:nvPr/>
        </p:nvSpPr>
        <p:spPr>
          <a:xfrm>
            <a:off x="1794475" y="166025"/>
            <a:ext cx="7124100" cy="530100"/>
          </a:xfrm>
          <a:prstGeom prst="rect">
            <a:avLst/>
          </a:prstGeom>
          <a:noFill/>
          <a:ln>
            <a:noFill/>
          </a:ln>
        </p:spPr>
        <p:txBody>
          <a:bodyPr anchorCtr="0" anchor="ctr" bIns="26775" lIns="26775" spcFirstLastPara="1" rIns="26775" wrap="square" tIns="26775">
            <a:noAutofit/>
          </a:bodyPr>
          <a:lstStyle/>
          <a:p>
            <a:pPr indent="0" lvl="0" marL="0" rtl="0" algn="l">
              <a:spcBef>
                <a:spcPts val="0"/>
              </a:spcBef>
              <a:spcAft>
                <a:spcPts val="0"/>
              </a:spcAft>
              <a:buNone/>
            </a:pPr>
            <a:r>
              <a:rPr b="1" lang="de" sz="2000">
                <a:solidFill>
                  <a:srgbClr val="015699"/>
                </a:solidFill>
                <a:latin typeface="Helvetica Neue"/>
                <a:ea typeface="Helvetica Neue"/>
                <a:cs typeface="Helvetica Neue"/>
                <a:sym typeface="Helvetica Neue"/>
              </a:rPr>
              <a:t>Monitoramento e Resultados -</a:t>
            </a:r>
            <a:r>
              <a:rPr b="1" lang="de" sz="2000">
                <a:solidFill>
                  <a:srgbClr val="3A5EA8"/>
                </a:solidFill>
                <a:latin typeface="Helvetica Neue"/>
                <a:ea typeface="Helvetica Neue"/>
                <a:cs typeface="Helvetica Neue"/>
                <a:sym typeface="Helvetica Neue"/>
              </a:rPr>
              <a:t> </a:t>
            </a:r>
            <a:r>
              <a:rPr b="1" lang="de" sz="2000">
                <a:solidFill>
                  <a:srgbClr val="F68E68"/>
                </a:solidFill>
                <a:latin typeface="Helvetica Neue"/>
                <a:ea typeface="Helvetica Neue"/>
                <a:cs typeface="Helvetica Neue"/>
                <a:sym typeface="Helvetica Neue"/>
              </a:rPr>
              <a:t>Resultados</a:t>
            </a:r>
            <a:endParaRPr b="1" i="0" sz="2000" u="none" cap="none" strike="noStrike">
              <a:solidFill>
                <a:srgbClr val="F68E68"/>
              </a:solidFill>
              <a:latin typeface="Helvetica Neue"/>
              <a:ea typeface="Helvetica Neue"/>
              <a:cs typeface="Helvetica Neue"/>
              <a:sym typeface="Helvetica Neue"/>
            </a:endParaRPr>
          </a:p>
        </p:txBody>
      </p:sp>
      <p:pic>
        <p:nvPicPr>
          <p:cNvPr id="508" name="Google Shape;508;p51" title="260324HerbyFinalWeb_HerbyLogo.jpg"/>
          <p:cNvPicPr preferRelativeResize="0"/>
          <p:nvPr/>
        </p:nvPicPr>
        <p:blipFill rotWithShape="1">
          <a:blip r:embed="rId2">
            <a:alphaModFix/>
          </a:blip>
          <a:srcRect b="9690" l="0" r="0" t="9690"/>
          <a:stretch/>
        </p:blipFill>
        <p:spPr>
          <a:xfrm>
            <a:off x="40250" y="36075"/>
            <a:ext cx="651853" cy="186550"/>
          </a:xfrm>
          <a:prstGeom prst="rect">
            <a:avLst/>
          </a:prstGeom>
          <a:noFill/>
          <a:ln>
            <a:noFill/>
          </a:ln>
        </p:spPr>
      </p:pic>
      <p:sp>
        <p:nvSpPr>
          <p:cNvPr id="509" name="Google Shape;509;p51"/>
          <p:cNvSpPr txBox="1"/>
          <p:nvPr/>
        </p:nvSpPr>
        <p:spPr>
          <a:xfrm>
            <a:off x="447925" y="652113"/>
            <a:ext cx="83268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de" sz="1600">
                <a:solidFill>
                  <a:srgbClr val="015699"/>
                </a:solidFill>
                <a:latin typeface="Helvetica Neue"/>
                <a:ea typeface="Helvetica Neue"/>
                <a:cs typeface="Helvetica Neue"/>
                <a:sym typeface="Helvetica Neue"/>
              </a:rPr>
              <a:t>Com filtro ao nível de escola ou turma, é possível acessar mais detalhes acerca do teste e dos resultados dos alunos. Também é possível gerar planos de aula e visualizar os itens do teste aplicado.</a:t>
            </a:r>
            <a:endParaRPr b="1" sz="1600">
              <a:solidFill>
                <a:srgbClr val="015699"/>
              </a:solidFill>
              <a:latin typeface="Helvetica Neue"/>
              <a:ea typeface="Helvetica Neue"/>
              <a:cs typeface="Helvetica Neue"/>
              <a:sym typeface="Helvetica Neue"/>
            </a:endParaRPr>
          </a:p>
        </p:txBody>
      </p:sp>
      <p:pic>
        <p:nvPicPr>
          <p:cNvPr id="510" name="Google Shape;510;p51"/>
          <p:cNvPicPr preferRelativeResize="0"/>
          <p:nvPr/>
        </p:nvPicPr>
        <p:blipFill>
          <a:blip r:embed="rId3">
            <a:alphaModFix/>
          </a:blip>
          <a:stretch>
            <a:fillRect/>
          </a:stretch>
        </p:blipFill>
        <p:spPr>
          <a:xfrm>
            <a:off x="784450" y="1575525"/>
            <a:ext cx="7528917" cy="3490575"/>
          </a:xfrm>
          <a:prstGeom prst="rect">
            <a:avLst/>
          </a:prstGeom>
          <a:solidFill>
            <a:schemeClr val="lt1"/>
          </a:solidFill>
          <a:ln>
            <a:noFill/>
          </a:ln>
          <a:effectLst>
            <a:outerShdw blurRad="57150" rotWithShape="0" algn="bl" dir="5400000" dist="19050">
              <a:srgbClr val="000000">
                <a:alpha val="50000"/>
              </a:srgbClr>
            </a:outerShdw>
          </a:effectLst>
        </p:spPr>
      </p:pic>
      <p:sp>
        <p:nvSpPr>
          <p:cNvPr id="511" name="Google Shape;511;p51"/>
          <p:cNvSpPr/>
          <p:nvPr/>
        </p:nvSpPr>
        <p:spPr>
          <a:xfrm>
            <a:off x="2111900" y="4062000"/>
            <a:ext cx="1507200" cy="408900"/>
          </a:xfrm>
          <a:prstGeom prst="rect">
            <a:avLst/>
          </a:prstGeom>
          <a:noFill/>
          <a:ln cap="flat" cmpd="sng" w="19050">
            <a:solidFill>
              <a:srgbClr val="F68E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3F3"/>
        </a:solidFill>
      </p:bgPr>
    </p:bg>
    <p:spTree>
      <p:nvGrpSpPr>
        <p:cNvPr id="515" name="Shape 515"/>
        <p:cNvGrpSpPr/>
        <p:nvPr/>
      </p:nvGrpSpPr>
      <p:grpSpPr>
        <a:xfrm>
          <a:off x="0" y="0"/>
          <a:ext cx="0" cy="0"/>
          <a:chOff x="0" y="0"/>
          <a:chExt cx="0" cy="0"/>
        </a:xfrm>
      </p:grpSpPr>
      <p:sp>
        <p:nvSpPr>
          <p:cNvPr id="516" name="Google Shape;516;p52"/>
          <p:cNvSpPr/>
          <p:nvPr/>
        </p:nvSpPr>
        <p:spPr>
          <a:xfrm>
            <a:off x="25" y="7875"/>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7" name="Google Shape;517;p52"/>
          <p:cNvSpPr/>
          <p:nvPr/>
        </p:nvSpPr>
        <p:spPr>
          <a:xfrm>
            <a:off x="692100" y="410375"/>
            <a:ext cx="951600" cy="54000"/>
          </a:xfrm>
          <a:prstGeom prst="rect">
            <a:avLst/>
          </a:prstGeom>
          <a:solidFill>
            <a:srgbClr val="0156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8" name="Google Shape;518;p52"/>
          <p:cNvSpPr txBox="1"/>
          <p:nvPr/>
        </p:nvSpPr>
        <p:spPr>
          <a:xfrm>
            <a:off x="1794475" y="166025"/>
            <a:ext cx="7124100" cy="530100"/>
          </a:xfrm>
          <a:prstGeom prst="rect">
            <a:avLst/>
          </a:prstGeom>
          <a:noFill/>
          <a:ln>
            <a:noFill/>
          </a:ln>
        </p:spPr>
        <p:txBody>
          <a:bodyPr anchorCtr="0" anchor="ctr" bIns="26775" lIns="26775" spcFirstLastPara="1" rIns="26775" wrap="square" tIns="26775">
            <a:noAutofit/>
          </a:bodyPr>
          <a:lstStyle/>
          <a:p>
            <a:pPr indent="0" lvl="0" marL="0" rtl="0" algn="l">
              <a:spcBef>
                <a:spcPts val="0"/>
              </a:spcBef>
              <a:spcAft>
                <a:spcPts val="0"/>
              </a:spcAft>
              <a:buNone/>
            </a:pPr>
            <a:r>
              <a:rPr b="1" lang="de" sz="2000">
                <a:solidFill>
                  <a:srgbClr val="015699"/>
                </a:solidFill>
                <a:latin typeface="Helvetica Neue"/>
                <a:ea typeface="Helvetica Neue"/>
                <a:cs typeface="Helvetica Neue"/>
                <a:sym typeface="Helvetica Neue"/>
              </a:rPr>
              <a:t>Monitoramento e Resultados -</a:t>
            </a:r>
            <a:r>
              <a:rPr b="1" lang="de" sz="2000">
                <a:solidFill>
                  <a:srgbClr val="3A5EA8"/>
                </a:solidFill>
                <a:latin typeface="Helvetica Neue"/>
                <a:ea typeface="Helvetica Neue"/>
                <a:cs typeface="Helvetica Neue"/>
                <a:sym typeface="Helvetica Neue"/>
              </a:rPr>
              <a:t> </a:t>
            </a:r>
            <a:r>
              <a:rPr b="1" lang="de" sz="2000">
                <a:solidFill>
                  <a:srgbClr val="F68E68"/>
                </a:solidFill>
                <a:latin typeface="Helvetica Neue"/>
                <a:ea typeface="Helvetica Neue"/>
                <a:cs typeface="Helvetica Neue"/>
                <a:sym typeface="Helvetica Neue"/>
              </a:rPr>
              <a:t>Resultados</a:t>
            </a:r>
            <a:endParaRPr b="1" i="0" sz="2000" u="none" cap="none" strike="noStrike">
              <a:solidFill>
                <a:srgbClr val="F68E68"/>
              </a:solidFill>
              <a:latin typeface="Helvetica Neue"/>
              <a:ea typeface="Helvetica Neue"/>
              <a:cs typeface="Helvetica Neue"/>
              <a:sym typeface="Helvetica Neue"/>
            </a:endParaRPr>
          </a:p>
        </p:txBody>
      </p:sp>
      <p:pic>
        <p:nvPicPr>
          <p:cNvPr id="519" name="Google Shape;519;p52" title="260324HerbyFinalWeb_HerbyLogo.jpg"/>
          <p:cNvPicPr preferRelativeResize="0"/>
          <p:nvPr/>
        </p:nvPicPr>
        <p:blipFill rotWithShape="1">
          <a:blip r:embed="rId2">
            <a:alphaModFix/>
          </a:blip>
          <a:srcRect b="9690" l="0" r="0" t="9690"/>
          <a:stretch/>
        </p:blipFill>
        <p:spPr>
          <a:xfrm>
            <a:off x="40250" y="36075"/>
            <a:ext cx="651853" cy="186550"/>
          </a:xfrm>
          <a:prstGeom prst="rect">
            <a:avLst/>
          </a:prstGeom>
          <a:noFill/>
          <a:ln>
            <a:noFill/>
          </a:ln>
        </p:spPr>
      </p:pic>
      <p:sp>
        <p:nvSpPr>
          <p:cNvPr id="520" name="Google Shape;520;p52"/>
          <p:cNvSpPr txBox="1"/>
          <p:nvPr/>
        </p:nvSpPr>
        <p:spPr>
          <a:xfrm>
            <a:off x="447925" y="652113"/>
            <a:ext cx="8326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de" sz="1600">
                <a:solidFill>
                  <a:srgbClr val="015699"/>
                </a:solidFill>
                <a:latin typeface="Helvetica Neue"/>
                <a:ea typeface="Helvetica Neue"/>
                <a:cs typeface="Helvetica Neue"/>
                <a:sym typeface="Helvetica Neue"/>
              </a:rPr>
              <a:t>No menu superior, é possível acessar as 4 funcionalidades disponíveis.</a:t>
            </a:r>
            <a:endParaRPr b="1" sz="1600">
              <a:solidFill>
                <a:srgbClr val="015699"/>
              </a:solidFill>
              <a:latin typeface="Helvetica Neue"/>
              <a:ea typeface="Helvetica Neue"/>
              <a:cs typeface="Helvetica Neue"/>
              <a:sym typeface="Helvetica Neue"/>
            </a:endParaRPr>
          </a:p>
        </p:txBody>
      </p:sp>
      <p:pic>
        <p:nvPicPr>
          <p:cNvPr id="521" name="Google Shape;521;p52"/>
          <p:cNvPicPr preferRelativeResize="0"/>
          <p:nvPr/>
        </p:nvPicPr>
        <p:blipFill>
          <a:blip r:embed="rId3">
            <a:alphaModFix/>
          </a:blip>
          <a:stretch>
            <a:fillRect/>
          </a:stretch>
        </p:blipFill>
        <p:spPr>
          <a:xfrm>
            <a:off x="514000" y="1270975"/>
            <a:ext cx="8194648" cy="3650750"/>
          </a:xfrm>
          <a:prstGeom prst="rect">
            <a:avLst/>
          </a:prstGeom>
          <a:solidFill>
            <a:schemeClr val="lt1"/>
          </a:solidFill>
          <a:ln>
            <a:noFill/>
          </a:ln>
          <a:effectLst>
            <a:outerShdw blurRad="57150" rotWithShape="0" algn="bl" dir="5400000" dist="19050">
              <a:srgbClr val="000000">
                <a:alpha val="50000"/>
              </a:srgbClr>
            </a:outerShdw>
          </a:effectLst>
        </p:spPr>
      </p:pic>
      <p:sp>
        <p:nvSpPr>
          <p:cNvPr id="522" name="Google Shape;522;p52"/>
          <p:cNvSpPr/>
          <p:nvPr/>
        </p:nvSpPr>
        <p:spPr>
          <a:xfrm>
            <a:off x="527975" y="1558375"/>
            <a:ext cx="1873500" cy="306600"/>
          </a:xfrm>
          <a:prstGeom prst="rect">
            <a:avLst/>
          </a:prstGeom>
          <a:noFill/>
          <a:ln cap="flat" cmpd="sng" w="19050">
            <a:solidFill>
              <a:srgbClr val="F68E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3F3"/>
        </a:solidFill>
      </p:bgPr>
    </p:bg>
    <p:spTree>
      <p:nvGrpSpPr>
        <p:cNvPr id="526" name="Shape 526"/>
        <p:cNvGrpSpPr/>
        <p:nvPr/>
      </p:nvGrpSpPr>
      <p:grpSpPr>
        <a:xfrm>
          <a:off x="0" y="0"/>
          <a:ext cx="0" cy="0"/>
          <a:chOff x="0" y="0"/>
          <a:chExt cx="0" cy="0"/>
        </a:xfrm>
      </p:grpSpPr>
      <p:sp>
        <p:nvSpPr>
          <p:cNvPr id="527" name="Google Shape;527;p53"/>
          <p:cNvSpPr/>
          <p:nvPr/>
        </p:nvSpPr>
        <p:spPr>
          <a:xfrm>
            <a:off x="25" y="7875"/>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8" name="Google Shape;528;p53"/>
          <p:cNvSpPr/>
          <p:nvPr/>
        </p:nvSpPr>
        <p:spPr>
          <a:xfrm>
            <a:off x="692100" y="410375"/>
            <a:ext cx="951600" cy="54000"/>
          </a:xfrm>
          <a:prstGeom prst="rect">
            <a:avLst/>
          </a:prstGeom>
          <a:solidFill>
            <a:srgbClr val="0156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9" name="Google Shape;529;p53"/>
          <p:cNvSpPr txBox="1"/>
          <p:nvPr/>
        </p:nvSpPr>
        <p:spPr>
          <a:xfrm>
            <a:off x="1794475" y="166025"/>
            <a:ext cx="7124100" cy="530100"/>
          </a:xfrm>
          <a:prstGeom prst="rect">
            <a:avLst/>
          </a:prstGeom>
          <a:noFill/>
          <a:ln>
            <a:noFill/>
          </a:ln>
        </p:spPr>
        <p:txBody>
          <a:bodyPr anchorCtr="0" anchor="ctr" bIns="26775" lIns="26775" spcFirstLastPara="1" rIns="26775" wrap="square" tIns="26775">
            <a:noAutofit/>
          </a:bodyPr>
          <a:lstStyle/>
          <a:p>
            <a:pPr indent="0" lvl="0" marL="0" rtl="0" algn="l">
              <a:spcBef>
                <a:spcPts val="0"/>
              </a:spcBef>
              <a:spcAft>
                <a:spcPts val="0"/>
              </a:spcAft>
              <a:buNone/>
            </a:pPr>
            <a:r>
              <a:rPr b="1" lang="de" sz="2000">
                <a:solidFill>
                  <a:srgbClr val="015699"/>
                </a:solidFill>
                <a:latin typeface="Helvetica Neue"/>
                <a:ea typeface="Helvetica Neue"/>
                <a:cs typeface="Helvetica Neue"/>
                <a:sym typeface="Helvetica Neue"/>
              </a:rPr>
              <a:t>Monitoramento e Resultados -</a:t>
            </a:r>
            <a:r>
              <a:rPr b="1" lang="de" sz="2000">
                <a:solidFill>
                  <a:srgbClr val="3A5EA8"/>
                </a:solidFill>
                <a:latin typeface="Helvetica Neue"/>
                <a:ea typeface="Helvetica Neue"/>
                <a:cs typeface="Helvetica Neue"/>
                <a:sym typeface="Helvetica Neue"/>
              </a:rPr>
              <a:t> </a:t>
            </a:r>
            <a:r>
              <a:rPr b="1" lang="de" sz="2000">
                <a:solidFill>
                  <a:srgbClr val="F68E68"/>
                </a:solidFill>
                <a:latin typeface="Helvetica Neue"/>
                <a:ea typeface="Helvetica Neue"/>
                <a:cs typeface="Helvetica Neue"/>
                <a:sym typeface="Helvetica Neue"/>
              </a:rPr>
              <a:t>Resultados</a:t>
            </a:r>
            <a:endParaRPr b="1" i="0" sz="2000" u="none" cap="none" strike="noStrike">
              <a:solidFill>
                <a:srgbClr val="F68E68"/>
              </a:solidFill>
              <a:latin typeface="Helvetica Neue"/>
              <a:ea typeface="Helvetica Neue"/>
              <a:cs typeface="Helvetica Neue"/>
              <a:sym typeface="Helvetica Neue"/>
            </a:endParaRPr>
          </a:p>
        </p:txBody>
      </p:sp>
      <p:pic>
        <p:nvPicPr>
          <p:cNvPr id="530" name="Google Shape;530;p53" title="260324HerbyFinalWeb_HerbyLogo.jpg"/>
          <p:cNvPicPr preferRelativeResize="0"/>
          <p:nvPr/>
        </p:nvPicPr>
        <p:blipFill rotWithShape="1">
          <a:blip r:embed="rId2">
            <a:alphaModFix/>
          </a:blip>
          <a:srcRect b="9690" l="0" r="0" t="9690"/>
          <a:stretch/>
        </p:blipFill>
        <p:spPr>
          <a:xfrm>
            <a:off x="40250" y="36075"/>
            <a:ext cx="651853" cy="186550"/>
          </a:xfrm>
          <a:prstGeom prst="rect">
            <a:avLst/>
          </a:prstGeom>
          <a:noFill/>
          <a:ln>
            <a:noFill/>
          </a:ln>
        </p:spPr>
      </p:pic>
      <p:sp>
        <p:nvSpPr>
          <p:cNvPr id="531" name="Google Shape;531;p53"/>
          <p:cNvSpPr txBox="1"/>
          <p:nvPr/>
        </p:nvSpPr>
        <p:spPr>
          <a:xfrm>
            <a:off x="447925" y="652113"/>
            <a:ext cx="83268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de" sz="1600">
                <a:solidFill>
                  <a:srgbClr val="015699"/>
                </a:solidFill>
                <a:latin typeface="Helvetica Neue"/>
                <a:ea typeface="Helvetica Neue"/>
                <a:cs typeface="Helvetica Neue"/>
                <a:sym typeface="Helvetica Neue"/>
              </a:rPr>
              <a:t>Em “</a:t>
            </a:r>
            <a:r>
              <a:rPr b="1" lang="de" sz="1600">
                <a:solidFill>
                  <a:srgbClr val="F68E68"/>
                </a:solidFill>
                <a:latin typeface="Helvetica Neue"/>
                <a:ea typeface="Helvetica Neue"/>
                <a:cs typeface="Helvetica Neue"/>
                <a:sym typeface="Helvetica Neue"/>
              </a:rPr>
              <a:t>resultado geral</a:t>
            </a:r>
            <a:r>
              <a:rPr b="1" lang="de" sz="1600">
                <a:solidFill>
                  <a:srgbClr val="015699"/>
                </a:solidFill>
                <a:latin typeface="Helvetica Neue"/>
                <a:ea typeface="Helvetica Neue"/>
                <a:cs typeface="Helvetica Neue"/>
                <a:sym typeface="Helvetica Neue"/>
              </a:rPr>
              <a:t>”, é possível acessar uma sugestão de item do próprio teste para trabalhar com os estudantes presentes em cada nível, juntamente com um plano de aula desenvolvido por IA para apoiar este trabalho.</a:t>
            </a:r>
            <a:endParaRPr b="1" sz="1600">
              <a:solidFill>
                <a:srgbClr val="015699"/>
              </a:solidFill>
              <a:latin typeface="Helvetica Neue"/>
              <a:ea typeface="Helvetica Neue"/>
              <a:cs typeface="Helvetica Neue"/>
              <a:sym typeface="Helvetica Neue"/>
            </a:endParaRPr>
          </a:p>
        </p:txBody>
      </p:sp>
      <p:pic>
        <p:nvPicPr>
          <p:cNvPr id="532" name="Google Shape;532;p53"/>
          <p:cNvPicPr preferRelativeResize="0"/>
          <p:nvPr/>
        </p:nvPicPr>
        <p:blipFill>
          <a:blip r:embed="rId3">
            <a:alphaModFix/>
          </a:blip>
          <a:stretch>
            <a:fillRect/>
          </a:stretch>
        </p:blipFill>
        <p:spPr>
          <a:xfrm>
            <a:off x="864925" y="1610200"/>
            <a:ext cx="7414149" cy="3303025"/>
          </a:xfrm>
          <a:prstGeom prst="rect">
            <a:avLst/>
          </a:prstGeom>
          <a:solidFill>
            <a:schemeClr val="lt1"/>
          </a:solidFill>
          <a:ln>
            <a:noFill/>
          </a:ln>
          <a:effectLst>
            <a:outerShdw blurRad="57150" rotWithShape="0" algn="bl" dir="5400000" dist="19050">
              <a:srgbClr val="000000">
                <a:alpha val="50000"/>
              </a:srgbClr>
            </a:outerShdw>
          </a:effectLst>
        </p:spPr>
      </p:pic>
      <p:sp>
        <p:nvSpPr>
          <p:cNvPr id="533" name="Google Shape;533;p53"/>
          <p:cNvSpPr/>
          <p:nvPr/>
        </p:nvSpPr>
        <p:spPr>
          <a:xfrm>
            <a:off x="911175" y="1873450"/>
            <a:ext cx="587700" cy="255600"/>
          </a:xfrm>
          <a:prstGeom prst="rect">
            <a:avLst/>
          </a:prstGeom>
          <a:noFill/>
          <a:ln cap="flat" cmpd="sng" w="19050">
            <a:solidFill>
              <a:srgbClr val="F68E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34" name="Google Shape;534;p53"/>
          <p:cNvPicPr preferRelativeResize="0"/>
          <p:nvPr/>
        </p:nvPicPr>
        <p:blipFill>
          <a:blip r:embed="rId4">
            <a:alphaModFix/>
          </a:blip>
          <a:stretch>
            <a:fillRect/>
          </a:stretch>
        </p:blipFill>
        <p:spPr>
          <a:xfrm>
            <a:off x="195125" y="4440025"/>
            <a:ext cx="795475" cy="385950"/>
          </a:xfrm>
          <a:prstGeom prst="rect">
            <a:avLst/>
          </a:prstGeom>
          <a:noFill/>
          <a:ln>
            <a:noFill/>
          </a:ln>
        </p:spPr>
      </p:pic>
      <p:sp>
        <p:nvSpPr>
          <p:cNvPr id="535" name="Google Shape;535;p53"/>
          <p:cNvSpPr/>
          <p:nvPr/>
        </p:nvSpPr>
        <p:spPr>
          <a:xfrm>
            <a:off x="996350" y="4521850"/>
            <a:ext cx="1132500" cy="255600"/>
          </a:xfrm>
          <a:prstGeom prst="rect">
            <a:avLst/>
          </a:prstGeom>
          <a:noFill/>
          <a:ln cap="flat" cmpd="sng" w="9525">
            <a:solidFill>
              <a:srgbClr val="F68E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3F3"/>
        </a:solidFill>
      </p:bgPr>
    </p:bg>
    <p:spTree>
      <p:nvGrpSpPr>
        <p:cNvPr id="539" name="Shape 539"/>
        <p:cNvGrpSpPr/>
        <p:nvPr/>
      </p:nvGrpSpPr>
      <p:grpSpPr>
        <a:xfrm>
          <a:off x="0" y="0"/>
          <a:ext cx="0" cy="0"/>
          <a:chOff x="0" y="0"/>
          <a:chExt cx="0" cy="0"/>
        </a:xfrm>
      </p:grpSpPr>
      <p:sp>
        <p:nvSpPr>
          <p:cNvPr id="540" name="Google Shape;540;p54"/>
          <p:cNvSpPr/>
          <p:nvPr/>
        </p:nvSpPr>
        <p:spPr>
          <a:xfrm>
            <a:off x="25" y="7875"/>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1" name="Google Shape;541;p54"/>
          <p:cNvSpPr/>
          <p:nvPr/>
        </p:nvSpPr>
        <p:spPr>
          <a:xfrm>
            <a:off x="692100" y="410375"/>
            <a:ext cx="951600" cy="54000"/>
          </a:xfrm>
          <a:prstGeom prst="rect">
            <a:avLst/>
          </a:prstGeom>
          <a:solidFill>
            <a:srgbClr val="0156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2" name="Google Shape;542;p54"/>
          <p:cNvSpPr txBox="1"/>
          <p:nvPr/>
        </p:nvSpPr>
        <p:spPr>
          <a:xfrm>
            <a:off x="1794475" y="166025"/>
            <a:ext cx="7124100" cy="530100"/>
          </a:xfrm>
          <a:prstGeom prst="rect">
            <a:avLst/>
          </a:prstGeom>
          <a:noFill/>
          <a:ln>
            <a:noFill/>
          </a:ln>
        </p:spPr>
        <p:txBody>
          <a:bodyPr anchorCtr="0" anchor="ctr" bIns="26775" lIns="26775" spcFirstLastPara="1" rIns="26775" wrap="square" tIns="26775">
            <a:noAutofit/>
          </a:bodyPr>
          <a:lstStyle/>
          <a:p>
            <a:pPr indent="0" lvl="0" marL="0" rtl="0" algn="l">
              <a:spcBef>
                <a:spcPts val="0"/>
              </a:spcBef>
              <a:spcAft>
                <a:spcPts val="0"/>
              </a:spcAft>
              <a:buNone/>
            </a:pPr>
            <a:r>
              <a:rPr b="1" lang="de" sz="2000">
                <a:solidFill>
                  <a:srgbClr val="015699"/>
                </a:solidFill>
                <a:latin typeface="Helvetica Neue"/>
                <a:ea typeface="Helvetica Neue"/>
                <a:cs typeface="Helvetica Neue"/>
                <a:sym typeface="Helvetica Neue"/>
              </a:rPr>
              <a:t>Monitoramento e Resultados -</a:t>
            </a:r>
            <a:r>
              <a:rPr b="1" lang="de" sz="2000">
                <a:solidFill>
                  <a:srgbClr val="3A5EA8"/>
                </a:solidFill>
                <a:latin typeface="Helvetica Neue"/>
                <a:ea typeface="Helvetica Neue"/>
                <a:cs typeface="Helvetica Neue"/>
                <a:sym typeface="Helvetica Neue"/>
              </a:rPr>
              <a:t> </a:t>
            </a:r>
            <a:r>
              <a:rPr b="1" lang="de" sz="2000">
                <a:solidFill>
                  <a:srgbClr val="F68E68"/>
                </a:solidFill>
                <a:latin typeface="Helvetica Neue"/>
                <a:ea typeface="Helvetica Neue"/>
                <a:cs typeface="Helvetica Neue"/>
                <a:sym typeface="Helvetica Neue"/>
              </a:rPr>
              <a:t>Resultados</a:t>
            </a:r>
            <a:endParaRPr b="1" i="0" sz="2000" u="none" cap="none" strike="noStrike">
              <a:solidFill>
                <a:srgbClr val="F68E68"/>
              </a:solidFill>
              <a:latin typeface="Helvetica Neue"/>
              <a:ea typeface="Helvetica Neue"/>
              <a:cs typeface="Helvetica Neue"/>
              <a:sym typeface="Helvetica Neue"/>
            </a:endParaRPr>
          </a:p>
        </p:txBody>
      </p:sp>
      <p:pic>
        <p:nvPicPr>
          <p:cNvPr id="543" name="Google Shape;543;p54" title="260324HerbyFinalWeb_HerbyLogo.jpg"/>
          <p:cNvPicPr preferRelativeResize="0"/>
          <p:nvPr/>
        </p:nvPicPr>
        <p:blipFill rotWithShape="1">
          <a:blip r:embed="rId2">
            <a:alphaModFix/>
          </a:blip>
          <a:srcRect b="9690" l="0" r="0" t="9690"/>
          <a:stretch/>
        </p:blipFill>
        <p:spPr>
          <a:xfrm>
            <a:off x="40250" y="36075"/>
            <a:ext cx="651853" cy="186550"/>
          </a:xfrm>
          <a:prstGeom prst="rect">
            <a:avLst/>
          </a:prstGeom>
          <a:noFill/>
          <a:ln>
            <a:noFill/>
          </a:ln>
        </p:spPr>
      </p:pic>
      <p:sp>
        <p:nvSpPr>
          <p:cNvPr id="544" name="Google Shape;544;p54"/>
          <p:cNvSpPr txBox="1"/>
          <p:nvPr/>
        </p:nvSpPr>
        <p:spPr>
          <a:xfrm>
            <a:off x="447925" y="652113"/>
            <a:ext cx="8326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de" sz="1600">
                <a:solidFill>
                  <a:srgbClr val="015699"/>
                </a:solidFill>
                <a:latin typeface="Helvetica Neue"/>
                <a:ea typeface="Helvetica Neue"/>
                <a:cs typeface="Helvetica Neue"/>
                <a:sym typeface="Helvetica Neue"/>
              </a:rPr>
              <a:t>Em “</a:t>
            </a:r>
            <a:r>
              <a:rPr b="1" lang="de" sz="1600">
                <a:solidFill>
                  <a:srgbClr val="F68E68"/>
                </a:solidFill>
                <a:latin typeface="Helvetica Neue"/>
                <a:ea typeface="Helvetica Neue"/>
                <a:cs typeface="Helvetica Neue"/>
                <a:sym typeface="Helvetica Neue"/>
              </a:rPr>
              <a:t>visualizar item</a:t>
            </a:r>
            <a:r>
              <a:rPr b="1" lang="de" sz="1600">
                <a:solidFill>
                  <a:srgbClr val="015699"/>
                </a:solidFill>
                <a:latin typeface="Helvetica Neue"/>
                <a:ea typeface="Helvetica Neue"/>
                <a:cs typeface="Helvetica Neue"/>
                <a:sym typeface="Helvetica Neue"/>
              </a:rPr>
              <a:t>”, é possível verificar a resposta correta, a distribuição de marcação dos estudantes e o nível de dificuldade.</a:t>
            </a:r>
            <a:endParaRPr b="1" sz="1600">
              <a:solidFill>
                <a:srgbClr val="015699"/>
              </a:solidFill>
              <a:latin typeface="Helvetica Neue"/>
              <a:ea typeface="Helvetica Neue"/>
              <a:cs typeface="Helvetica Neue"/>
              <a:sym typeface="Helvetica Neue"/>
            </a:endParaRPr>
          </a:p>
        </p:txBody>
      </p:sp>
      <p:pic>
        <p:nvPicPr>
          <p:cNvPr id="545" name="Google Shape;545;p54"/>
          <p:cNvPicPr preferRelativeResize="0"/>
          <p:nvPr/>
        </p:nvPicPr>
        <p:blipFill>
          <a:blip r:embed="rId3">
            <a:alphaModFix/>
          </a:blip>
          <a:stretch>
            <a:fillRect/>
          </a:stretch>
        </p:blipFill>
        <p:spPr>
          <a:xfrm>
            <a:off x="1047884" y="1575526"/>
            <a:ext cx="7126891" cy="3204100"/>
          </a:xfrm>
          <a:prstGeom prst="rect">
            <a:avLst/>
          </a:prstGeom>
          <a:solidFill>
            <a:schemeClr val="lt1"/>
          </a:solidFill>
          <a:ln>
            <a:noFill/>
          </a:ln>
          <a:effectLst>
            <a:outerShdw blurRad="57150" rotWithShape="0" algn="bl" dir="5400000" dist="19050">
              <a:srgbClr val="000000">
                <a:alpha val="50000"/>
              </a:srgbClr>
            </a:outerShdw>
          </a:effectLst>
        </p:spPr>
      </p:pic>
      <p:pic>
        <p:nvPicPr>
          <p:cNvPr id="546" name="Google Shape;546;p54"/>
          <p:cNvPicPr preferRelativeResize="0"/>
          <p:nvPr/>
        </p:nvPicPr>
        <p:blipFill>
          <a:blip r:embed="rId4">
            <a:alphaModFix/>
          </a:blip>
          <a:stretch>
            <a:fillRect/>
          </a:stretch>
        </p:blipFill>
        <p:spPr>
          <a:xfrm>
            <a:off x="2211025" y="3350000"/>
            <a:ext cx="795475" cy="385950"/>
          </a:xfrm>
          <a:prstGeom prst="rect">
            <a:avLst/>
          </a:prstGeom>
          <a:noFill/>
          <a:ln>
            <a:noFill/>
          </a:ln>
        </p:spPr>
      </p:pic>
      <p:sp>
        <p:nvSpPr>
          <p:cNvPr id="547" name="Google Shape;547;p54"/>
          <p:cNvSpPr/>
          <p:nvPr/>
        </p:nvSpPr>
        <p:spPr>
          <a:xfrm>
            <a:off x="4010900" y="4300450"/>
            <a:ext cx="1183800" cy="315000"/>
          </a:xfrm>
          <a:prstGeom prst="rect">
            <a:avLst/>
          </a:prstGeom>
          <a:noFill/>
          <a:ln cap="flat" cmpd="sng" w="19050">
            <a:solidFill>
              <a:srgbClr val="F68E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548" name="Google Shape;548;p54"/>
          <p:cNvSpPr/>
          <p:nvPr/>
        </p:nvSpPr>
        <p:spPr>
          <a:xfrm>
            <a:off x="2946400" y="2026725"/>
            <a:ext cx="434400" cy="238500"/>
          </a:xfrm>
          <a:prstGeom prst="ellipse">
            <a:avLst/>
          </a:prstGeom>
          <a:noFill/>
          <a:ln cap="flat" cmpd="sng" w="19050">
            <a:solidFill>
              <a:srgbClr val="F68E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p:bgPr>
    </p:bg>
    <p:spTree>
      <p:nvGrpSpPr>
        <p:cNvPr id="552" name="Shape 552"/>
        <p:cNvGrpSpPr/>
        <p:nvPr/>
      </p:nvGrpSpPr>
      <p:grpSpPr>
        <a:xfrm>
          <a:off x="0" y="0"/>
          <a:ext cx="0" cy="0"/>
          <a:chOff x="0" y="0"/>
          <a:chExt cx="0" cy="0"/>
        </a:xfrm>
      </p:grpSpPr>
      <p:sp>
        <p:nvSpPr>
          <p:cNvPr id="553" name="Google Shape;553;p55"/>
          <p:cNvSpPr/>
          <p:nvPr/>
        </p:nvSpPr>
        <p:spPr>
          <a:xfrm>
            <a:off x="25" y="7875"/>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4" name="Google Shape;554;p55"/>
          <p:cNvSpPr/>
          <p:nvPr/>
        </p:nvSpPr>
        <p:spPr>
          <a:xfrm>
            <a:off x="692100" y="410375"/>
            <a:ext cx="951600" cy="54000"/>
          </a:xfrm>
          <a:prstGeom prst="rect">
            <a:avLst/>
          </a:prstGeom>
          <a:solidFill>
            <a:srgbClr val="0156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5" name="Google Shape;555;p55"/>
          <p:cNvSpPr txBox="1"/>
          <p:nvPr/>
        </p:nvSpPr>
        <p:spPr>
          <a:xfrm>
            <a:off x="1794475" y="166025"/>
            <a:ext cx="7124100" cy="530100"/>
          </a:xfrm>
          <a:prstGeom prst="rect">
            <a:avLst/>
          </a:prstGeom>
          <a:noFill/>
          <a:ln>
            <a:noFill/>
          </a:ln>
        </p:spPr>
        <p:txBody>
          <a:bodyPr anchorCtr="0" anchor="ctr" bIns="26775" lIns="26775" spcFirstLastPara="1" rIns="26775" wrap="square" tIns="26775">
            <a:noAutofit/>
          </a:bodyPr>
          <a:lstStyle/>
          <a:p>
            <a:pPr indent="0" lvl="0" marL="0" rtl="0" algn="l">
              <a:spcBef>
                <a:spcPts val="0"/>
              </a:spcBef>
              <a:spcAft>
                <a:spcPts val="0"/>
              </a:spcAft>
              <a:buNone/>
            </a:pPr>
            <a:r>
              <a:rPr b="1" lang="de" sz="2000">
                <a:solidFill>
                  <a:srgbClr val="015699"/>
                </a:solidFill>
                <a:latin typeface="Helvetica Neue"/>
                <a:ea typeface="Helvetica Neue"/>
                <a:cs typeface="Helvetica Neue"/>
                <a:sym typeface="Helvetica Neue"/>
              </a:rPr>
              <a:t>Monitoramento e Resultados -</a:t>
            </a:r>
            <a:r>
              <a:rPr b="1" lang="de" sz="2000">
                <a:solidFill>
                  <a:srgbClr val="3A5EA8"/>
                </a:solidFill>
                <a:latin typeface="Helvetica Neue"/>
                <a:ea typeface="Helvetica Neue"/>
                <a:cs typeface="Helvetica Neue"/>
                <a:sym typeface="Helvetica Neue"/>
              </a:rPr>
              <a:t> </a:t>
            </a:r>
            <a:r>
              <a:rPr b="1" lang="de" sz="2000">
                <a:solidFill>
                  <a:srgbClr val="F68E68"/>
                </a:solidFill>
                <a:latin typeface="Helvetica Neue"/>
                <a:ea typeface="Helvetica Neue"/>
                <a:cs typeface="Helvetica Neue"/>
                <a:sym typeface="Helvetica Neue"/>
              </a:rPr>
              <a:t>Resultados</a:t>
            </a:r>
            <a:endParaRPr b="1" i="0" sz="2000" u="none" cap="none" strike="noStrike">
              <a:solidFill>
                <a:srgbClr val="F68E68"/>
              </a:solidFill>
              <a:latin typeface="Helvetica Neue"/>
              <a:ea typeface="Helvetica Neue"/>
              <a:cs typeface="Helvetica Neue"/>
              <a:sym typeface="Helvetica Neue"/>
            </a:endParaRPr>
          </a:p>
        </p:txBody>
      </p:sp>
      <p:pic>
        <p:nvPicPr>
          <p:cNvPr id="556" name="Google Shape;556;p55" title="260324HerbyFinalWeb_HerbyLogo.jpg"/>
          <p:cNvPicPr preferRelativeResize="0"/>
          <p:nvPr/>
        </p:nvPicPr>
        <p:blipFill rotWithShape="1">
          <a:blip r:embed="rId2">
            <a:alphaModFix/>
          </a:blip>
          <a:srcRect b="9690" l="0" r="0" t="9690"/>
          <a:stretch/>
        </p:blipFill>
        <p:spPr>
          <a:xfrm>
            <a:off x="40250" y="36075"/>
            <a:ext cx="651853" cy="186550"/>
          </a:xfrm>
          <a:prstGeom prst="rect">
            <a:avLst/>
          </a:prstGeom>
          <a:noFill/>
          <a:ln>
            <a:noFill/>
          </a:ln>
        </p:spPr>
      </p:pic>
      <p:sp>
        <p:nvSpPr>
          <p:cNvPr id="557" name="Google Shape;557;p55"/>
          <p:cNvSpPr txBox="1"/>
          <p:nvPr/>
        </p:nvSpPr>
        <p:spPr>
          <a:xfrm>
            <a:off x="447925" y="652113"/>
            <a:ext cx="8326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de" sz="1600">
                <a:solidFill>
                  <a:srgbClr val="015699"/>
                </a:solidFill>
                <a:latin typeface="Helvetica Neue"/>
                <a:ea typeface="Helvetica Neue"/>
                <a:cs typeface="Helvetica Neue"/>
                <a:sym typeface="Helvetica Neue"/>
              </a:rPr>
              <a:t>Já em “</a:t>
            </a:r>
            <a:r>
              <a:rPr b="1" lang="de" sz="1600">
                <a:solidFill>
                  <a:srgbClr val="F68E68"/>
                </a:solidFill>
                <a:latin typeface="Helvetica Neue"/>
                <a:ea typeface="Helvetica Neue"/>
                <a:cs typeface="Helvetica Neue"/>
                <a:sym typeface="Helvetica Neue"/>
              </a:rPr>
              <a:t>plano</a:t>
            </a:r>
            <a:r>
              <a:rPr b="1" lang="de" sz="1600">
                <a:solidFill>
                  <a:srgbClr val="015699"/>
                </a:solidFill>
                <a:latin typeface="Helvetica Neue"/>
                <a:ea typeface="Helvetica Neue"/>
                <a:cs typeface="Helvetica Neue"/>
                <a:sym typeface="Helvetica Neue"/>
              </a:rPr>
              <a:t>”, temos um resumo da questão, quais os erros frequentes e a atividade sugerida. Além de ser possível avaliar a qualidade dessa sugestão.</a:t>
            </a:r>
            <a:endParaRPr b="1" sz="1600">
              <a:solidFill>
                <a:srgbClr val="015699"/>
              </a:solidFill>
              <a:latin typeface="Helvetica Neue"/>
              <a:ea typeface="Helvetica Neue"/>
              <a:cs typeface="Helvetica Neue"/>
              <a:sym typeface="Helvetica Neue"/>
            </a:endParaRPr>
          </a:p>
        </p:txBody>
      </p:sp>
      <p:pic>
        <p:nvPicPr>
          <p:cNvPr id="558" name="Google Shape;558;p55"/>
          <p:cNvPicPr preferRelativeResize="0"/>
          <p:nvPr/>
        </p:nvPicPr>
        <p:blipFill>
          <a:blip r:embed="rId3">
            <a:alphaModFix/>
          </a:blip>
          <a:stretch>
            <a:fillRect/>
          </a:stretch>
        </p:blipFill>
        <p:spPr>
          <a:xfrm>
            <a:off x="744110" y="1516975"/>
            <a:ext cx="7734415" cy="34961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3F3"/>
        </a:solidFill>
      </p:bgPr>
    </p:bg>
    <p:spTree>
      <p:nvGrpSpPr>
        <p:cNvPr id="562" name="Shape 562"/>
        <p:cNvGrpSpPr/>
        <p:nvPr/>
      </p:nvGrpSpPr>
      <p:grpSpPr>
        <a:xfrm>
          <a:off x="0" y="0"/>
          <a:ext cx="0" cy="0"/>
          <a:chOff x="0" y="0"/>
          <a:chExt cx="0" cy="0"/>
        </a:xfrm>
      </p:grpSpPr>
      <p:sp>
        <p:nvSpPr>
          <p:cNvPr id="563" name="Google Shape;563;p56"/>
          <p:cNvSpPr/>
          <p:nvPr/>
        </p:nvSpPr>
        <p:spPr>
          <a:xfrm>
            <a:off x="25" y="7875"/>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4" name="Google Shape;564;p56"/>
          <p:cNvSpPr/>
          <p:nvPr/>
        </p:nvSpPr>
        <p:spPr>
          <a:xfrm>
            <a:off x="692100" y="410375"/>
            <a:ext cx="951600" cy="54000"/>
          </a:xfrm>
          <a:prstGeom prst="rect">
            <a:avLst/>
          </a:prstGeom>
          <a:solidFill>
            <a:srgbClr val="0156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5" name="Google Shape;565;p56"/>
          <p:cNvSpPr txBox="1"/>
          <p:nvPr/>
        </p:nvSpPr>
        <p:spPr>
          <a:xfrm>
            <a:off x="1794475" y="166025"/>
            <a:ext cx="7124100" cy="530100"/>
          </a:xfrm>
          <a:prstGeom prst="rect">
            <a:avLst/>
          </a:prstGeom>
          <a:noFill/>
          <a:ln>
            <a:noFill/>
          </a:ln>
        </p:spPr>
        <p:txBody>
          <a:bodyPr anchorCtr="0" anchor="ctr" bIns="26775" lIns="26775" spcFirstLastPara="1" rIns="26775" wrap="square" tIns="26775">
            <a:noAutofit/>
          </a:bodyPr>
          <a:lstStyle/>
          <a:p>
            <a:pPr indent="0" lvl="0" marL="0" rtl="0" algn="l">
              <a:spcBef>
                <a:spcPts val="0"/>
              </a:spcBef>
              <a:spcAft>
                <a:spcPts val="0"/>
              </a:spcAft>
              <a:buNone/>
            </a:pPr>
            <a:r>
              <a:rPr b="1" lang="de" sz="2000">
                <a:solidFill>
                  <a:srgbClr val="015699"/>
                </a:solidFill>
                <a:latin typeface="Helvetica Neue"/>
                <a:ea typeface="Helvetica Neue"/>
                <a:cs typeface="Helvetica Neue"/>
                <a:sym typeface="Helvetica Neue"/>
              </a:rPr>
              <a:t>Monitoramento e Resultados -</a:t>
            </a:r>
            <a:r>
              <a:rPr b="1" lang="de" sz="2000">
                <a:solidFill>
                  <a:srgbClr val="3A5EA8"/>
                </a:solidFill>
                <a:latin typeface="Helvetica Neue"/>
                <a:ea typeface="Helvetica Neue"/>
                <a:cs typeface="Helvetica Neue"/>
                <a:sym typeface="Helvetica Neue"/>
              </a:rPr>
              <a:t> </a:t>
            </a:r>
            <a:r>
              <a:rPr b="1" lang="de" sz="2000">
                <a:solidFill>
                  <a:srgbClr val="F68E68"/>
                </a:solidFill>
                <a:latin typeface="Helvetica Neue"/>
                <a:ea typeface="Helvetica Neue"/>
                <a:cs typeface="Helvetica Neue"/>
                <a:sym typeface="Helvetica Neue"/>
              </a:rPr>
              <a:t>Resultados</a:t>
            </a:r>
            <a:endParaRPr b="1" i="0" sz="2000" u="none" cap="none" strike="noStrike">
              <a:solidFill>
                <a:srgbClr val="F68E68"/>
              </a:solidFill>
              <a:latin typeface="Helvetica Neue"/>
              <a:ea typeface="Helvetica Neue"/>
              <a:cs typeface="Helvetica Neue"/>
              <a:sym typeface="Helvetica Neue"/>
            </a:endParaRPr>
          </a:p>
        </p:txBody>
      </p:sp>
      <p:pic>
        <p:nvPicPr>
          <p:cNvPr id="566" name="Google Shape;566;p56" title="260324HerbyFinalWeb_HerbyLogo.jpg"/>
          <p:cNvPicPr preferRelativeResize="0"/>
          <p:nvPr/>
        </p:nvPicPr>
        <p:blipFill rotWithShape="1">
          <a:blip r:embed="rId2">
            <a:alphaModFix/>
          </a:blip>
          <a:srcRect b="9690" l="0" r="0" t="9690"/>
          <a:stretch/>
        </p:blipFill>
        <p:spPr>
          <a:xfrm>
            <a:off x="40250" y="36075"/>
            <a:ext cx="651853" cy="186550"/>
          </a:xfrm>
          <a:prstGeom prst="rect">
            <a:avLst/>
          </a:prstGeom>
          <a:noFill/>
          <a:ln>
            <a:noFill/>
          </a:ln>
        </p:spPr>
      </p:pic>
      <p:sp>
        <p:nvSpPr>
          <p:cNvPr id="567" name="Google Shape;567;p56"/>
          <p:cNvSpPr txBox="1"/>
          <p:nvPr/>
        </p:nvSpPr>
        <p:spPr>
          <a:xfrm>
            <a:off x="447925" y="652113"/>
            <a:ext cx="8326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de" sz="1600">
                <a:solidFill>
                  <a:srgbClr val="015699"/>
                </a:solidFill>
                <a:latin typeface="Helvetica Neue"/>
                <a:ea typeface="Helvetica Neue"/>
                <a:cs typeface="Helvetica Neue"/>
                <a:sym typeface="Helvetica Neue"/>
              </a:rPr>
              <a:t>Na aba de “</a:t>
            </a:r>
            <a:r>
              <a:rPr b="1" lang="de" sz="1600">
                <a:solidFill>
                  <a:srgbClr val="F68E68"/>
                </a:solidFill>
                <a:latin typeface="Helvetica Neue"/>
                <a:ea typeface="Helvetica Neue"/>
                <a:cs typeface="Helvetica Neue"/>
                <a:sym typeface="Helvetica Neue"/>
              </a:rPr>
              <a:t>itens</a:t>
            </a:r>
            <a:r>
              <a:rPr b="1" lang="de" sz="1600">
                <a:solidFill>
                  <a:srgbClr val="015699"/>
                </a:solidFill>
                <a:latin typeface="Helvetica Neue"/>
                <a:ea typeface="Helvetica Neue"/>
                <a:cs typeface="Helvetica Neue"/>
                <a:sym typeface="Helvetica Neue"/>
              </a:rPr>
              <a:t>”, será possível visualizar a média de desempenho de cada um deles, além do próprio item e um plano para aquele item específico.</a:t>
            </a:r>
            <a:endParaRPr b="1" sz="1600">
              <a:solidFill>
                <a:srgbClr val="015699"/>
              </a:solidFill>
              <a:latin typeface="Helvetica Neue"/>
              <a:ea typeface="Helvetica Neue"/>
              <a:cs typeface="Helvetica Neue"/>
              <a:sym typeface="Helvetica Neue"/>
            </a:endParaRPr>
          </a:p>
        </p:txBody>
      </p:sp>
      <p:pic>
        <p:nvPicPr>
          <p:cNvPr id="568" name="Google Shape;568;p56"/>
          <p:cNvPicPr preferRelativeResize="0"/>
          <p:nvPr/>
        </p:nvPicPr>
        <p:blipFill>
          <a:blip r:embed="rId3">
            <a:alphaModFix/>
          </a:blip>
          <a:stretch>
            <a:fillRect/>
          </a:stretch>
        </p:blipFill>
        <p:spPr>
          <a:xfrm>
            <a:off x="447925" y="1421775"/>
            <a:ext cx="8326801" cy="3541165"/>
          </a:xfrm>
          <a:prstGeom prst="rect">
            <a:avLst/>
          </a:prstGeom>
          <a:noFill/>
          <a:ln>
            <a:noFill/>
          </a:ln>
          <a:effectLst>
            <a:outerShdw blurRad="57150" rotWithShape="0" algn="bl" dir="5400000" dist="19050">
              <a:srgbClr val="000000">
                <a:alpha val="50000"/>
              </a:srgbClr>
            </a:outerShdw>
          </a:effectLst>
        </p:spPr>
      </p:pic>
      <p:sp>
        <p:nvSpPr>
          <p:cNvPr id="569" name="Google Shape;569;p56"/>
          <p:cNvSpPr/>
          <p:nvPr/>
        </p:nvSpPr>
        <p:spPr>
          <a:xfrm>
            <a:off x="1166650" y="1754250"/>
            <a:ext cx="340500" cy="281100"/>
          </a:xfrm>
          <a:prstGeom prst="rect">
            <a:avLst/>
          </a:prstGeom>
          <a:noFill/>
          <a:ln cap="flat" cmpd="sng" w="19050">
            <a:solidFill>
              <a:srgbClr val="F68E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p:bgPr>
    </p:bg>
    <p:spTree>
      <p:nvGrpSpPr>
        <p:cNvPr id="573" name="Shape 573"/>
        <p:cNvGrpSpPr/>
        <p:nvPr/>
      </p:nvGrpSpPr>
      <p:grpSpPr>
        <a:xfrm>
          <a:off x="0" y="0"/>
          <a:ext cx="0" cy="0"/>
          <a:chOff x="0" y="0"/>
          <a:chExt cx="0" cy="0"/>
        </a:xfrm>
      </p:grpSpPr>
      <p:sp>
        <p:nvSpPr>
          <p:cNvPr id="574" name="Google Shape;574;p57"/>
          <p:cNvSpPr/>
          <p:nvPr/>
        </p:nvSpPr>
        <p:spPr>
          <a:xfrm>
            <a:off x="25" y="7875"/>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5" name="Google Shape;575;p57"/>
          <p:cNvSpPr/>
          <p:nvPr/>
        </p:nvSpPr>
        <p:spPr>
          <a:xfrm>
            <a:off x="692100" y="410375"/>
            <a:ext cx="951600" cy="54000"/>
          </a:xfrm>
          <a:prstGeom prst="rect">
            <a:avLst/>
          </a:prstGeom>
          <a:solidFill>
            <a:srgbClr val="0156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6" name="Google Shape;576;p57"/>
          <p:cNvSpPr txBox="1"/>
          <p:nvPr/>
        </p:nvSpPr>
        <p:spPr>
          <a:xfrm>
            <a:off x="1794475" y="166025"/>
            <a:ext cx="7124100" cy="530100"/>
          </a:xfrm>
          <a:prstGeom prst="rect">
            <a:avLst/>
          </a:prstGeom>
          <a:noFill/>
          <a:ln>
            <a:noFill/>
          </a:ln>
        </p:spPr>
        <p:txBody>
          <a:bodyPr anchorCtr="0" anchor="ctr" bIns="26775" lIns="26775" spcFirstLastPara="1" rIns="26775" wrap="square" tIns="26775">
            <a:noAutofit/>
          </a:bodyPr>
          <a:lstStyle/>
          <a:p>
            <a:pPr indent="0" lvl="0" marL="0" rtl="0" algn="l">
              <a:spcBef>
                <a:spcPts val="0"/>
              </a:spcBef>
              <a:spcAft>
                <a:spcPts val="0"/>
              </a:spcAft>
              <a:buNone/>
            </a:pPr>
            <a:r>
              <a:rPr b="1" lang="de" sz="2000">
                <a:solidFill>
                  <a:srgbClr val="015699"/>
                </a:solidFill>
                <a:latin typeface="Helvetica Neue"/>
                <a:ea typeface="Helvetica Neue"/>
                <a:cs typeface="Helvetica Neue"/>
                <a:sym typeface="Helvetica Neue"/>
              </a:rPr>
              <a:t>Monitoramento e Resultados -</a:t>
            </a:r>
            <a:r>
              <a:rPr b="1" lang="de" sz="2000">
                <a:solidFill>
                  <a:srgbClr val="3A5EA8"/>
                </a:solidFill>
                <a:latin typeface="Helvetica Neue"/>
                <a:ea typeface="Helvetica Neue"/>
                <a:cs typeface="Helvetica Neue"/>
                <a:sym typeface="Helvetica Neue"/>
              </a:rPr>
              <a:t> </a:t>
            </a:r>
            <a:r>
              <a:rPr b="1" lang="de" sz="2000">
                <a:solidFill>
                  <a:srgbClr val="F68E68"/>
                </a:solidFill>
                <a:latin typeface="Helvetica Neue"/>
                <a:ea typeface="Helvetica Neue"/>
                <a:cs typeface="Helvetica Neue"/>
                <a:sym typeface="Helvetica Neue"/>
              </a:rPr>
              <a:t>Resultados</a:t>
            </a:r>
            <a:endParaRPr b="1" i="0" sz="2000" u="none" cap="none" strike="noStrike">
              <a:solidFill>
                <a:srgbClr val="F68E68"/>
              </a:solidFill>
              <a:latin typeface="Helvetica Neue"/>
              <a:ea typeface="Helvetica Neue"/>
              <a:cs typeface="Helvetica Neue"/>
              <a:sym typeface="Helvetica Neue"/>
            </a:endParaRPr>
          </a:p>
        </p:txBody>
      </p:sp>
      <p:pic>
        <p:nvPicPr>
          <p:cNvPr id="577" name="Google Shape;577;p57" title="260324HerbyFinalWeb_HerbyLogo.jpg"/>
          <p:cNvPicPr preferRelativeResize="0"/>
          <p:nvPr/>
        </p:nvPicPr>
        <p:blipFill rotWithShape="1">
          <a:blip r:embed="rId2">
            <a:alphaModFix/>
          </a:blip>
          <a:srcRect b="9690" l="0" r="0" t="9690"/>
          <a:stretch/>
        </p:blipFill>
        <p:spPr>
          <a:xfrm>
            <a:off x="40250" y="36075"/>
            <a:ext cx="651853" cy="186550"/>
          </a:xfrm>
          <a:prstGeom prst="rect">
            <a:avLst/>
          </a:prstGeom>
          <a:noFill/>
          <a:ln>
            <a:noFill/>
          </a:ln>
        </p:spPr>
      </p:pic>
      <p:sp>
        <p:nvSpPr>
          <p:cNvPr id="578" name="Google Shape;578;p57"/>
          <p:cNvSpPr txBox="1"/>
          <p:nvPr/>
        </p:nvSpPr>
        <p:spPr>
          <a:xfrm>
            <a:off x="447925" y="652113"/>
            <a:ext cx="8326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de" sz="1600">
                <a:solidFill>
                  <a:srgbClr val="015699"/>
                </a:solidFill>
                <a:latin typeface="Helvetica Neue"/>
                <a:ea typeface="Helvetica Neue"/>
                <a:cs typeface="Helvetica Neue"/>
                <a:sym typeface="Helvetica Neue"/>
              </a:rPr>
              <a:t>Na aba de “</a:t>
            </a:r>
            <a:r>
              <a:rPr b="1" lang="de" sz="1600">
                <a:solidFill>
                  <a:srgbClr val="F68E68"/>
                </a:solidFill>
                <a:latin typeface="Helvetica Neue"/>
                <a:ea typeface="Helvetica Neue"/>
                <a:cs typeface="Helvetica Neue"/>
                <a:sym typeface="Helvetica Neue"/>
              </a:rPr>
              <a:t>estudantes</a:t>
            </a:r>
            <a:r>
              <a:rPr b="1" lang="de" sz="1600">
                <a:solidFill>
                  <a:srgbClr val="015699"/>
                </a:solidFill>
                <a:latin typeface="Helvetica Neue"/>
                <a:ea typeface="Helvetica Neue"/>
                <a:cs typeface="Helvetica Neue"/>
                <a:sym typeface="Helvetica Neue"/>
              </a:rPr>
              <a:t>”, será possível visualizar o nível de cada estudante da turma, além de visualizar todo o teste dele.</a:t>
            </a:r>
            <a:endParaRPr b="1" sz="1600">
              <a:solidFill>
                <a:srgbClr val="015699"/>
              </a:solidFill>
              <a:latin typeface="Helvetica Neue"/>
              <a:ea typeface="Helvetica Neue"/>
              <a:cs typeface="Helvetica Neue"/>
              <a:sym typeface="Helvetica Neue"/>
            </a:endParaRPr>
          </a:p>
        </p:txBody>
      </p:sp>
      <p:pic>
        <p:nvPicPr>
          <p:cNvPr id="579" name="Google Shape;579;p57"/>
          <p:cNvPicPr preferRelativeResize="0"/>
          <p:nvPr/>
        </p:nvPicPr>
        <p:blipFill>
          <a:blip r:embed="rId3">
            <a:alphaModFix/>
          </a:blip>
          <a:stretch>
            <a:fillRect/>
          </a:stretch>
        </p:blipFill>
        <p:spPr>
          <a:xfrm>
            <a:off x="2783250" y="1396550"/>
            <a:ext cx="3577551" cy="3650049"/>
          </a:xfrm>
          <a:prstGeom prst="rect">
            <a:avLst/>
          </a:prstGeom>
          <a:noFill/>
          <a:ln>
            <a:noFill/>
          </a:ln>
          <a:effectLst>
            <a:outerShdw blurRad="57150" rotWithShape="0" algn="bl" dir="5400000" dist="19050">
              <a:srgbClr val="000000">
                <a:alpha val="50000"/>
              </a:srgbClr>
            </a:outerShdw>
          </a:effectLst>
        </p:spPr>
      </p:pic>
      <p:sp>
        <p:nvSpPr>
          <p:cNvPr id="580" name="Google Shape;580;p57"/>
          <p:cNvSpPr/>
          <p:nvPr/>
        </p:nvSpPr>
        <p:spPr>
          <a:xfrm>
            <a:off x="3959800" y="1788300"/>
            <a:ext cx="651900" cy="357600"/>
          </a:xfrm>
          <a:prstGeom prst="rect">
            <a:avLst/>
          </a:prstGeom>
          <a:noFill/>
          <a:ln cap="flat" cmpd="sng" w="19050">
            <a:solidFill>
              <a:srgbClr val="F68E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p:bgPr>
    </p:bg>
    <p:spTree>
      <p:nvGrpSpPr>
        <p:cNvPr id="584" name="Shape 584"/>
        <p:cNvGrpSpPr/>
        <p:nvPr/>
      </p:nvGrpSpPr>
      <p:grpSpPr>
        <a:xfrm>
          <a:off x="0" y="0"/>
          <a:ext cx="0" cy="0"/>
          <a:chOff x="0" y="0"/>
          <a:chExt cx="0" cy="0"/>
        </a:xfrm>
      </p:grpSpPr>
      <p:sp>
        <p:nvSpPr>
          <p:cNvPr id="585" name="Google Shape;585;p58"/>
          <p:cNvSpPr/>
          <p:nvPr/>
        </p:nvSpPr>
        <p:spPr>
          <a:xfrm>
            <a:off x="25" y="7875"/>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6" name="Google Shape;586;p58"/>
          <p:cNvSpPr/>
          <p:nvPr/>
        </p:nvSpPr>
        <p:spPr>
          <a:xfrm>
            <a:off x="692100" y="410375"/>
            <a:ext cx="951600" cy="54000"/>
          </a:xfrm>
          <a:prstGeom prst="rect">
            <a:avLst/>
          </a:prstGeom>
          <a:solidFill>
            <a:srgbClr val="0156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7" name="Google Shape;587;p58"/>
          <p:cNvSpPr txBox="1"/>
          <p:nvPr/>
        </p:nvSpPr>
        <p:spPr>
          <a:xfrm>
            <a:off x="1794475" y="166025"/>
            <a:ext cx="7124100" cy="530100"/>
          </a:xfrm>
          <a:prstGeom prst="rect">
            <a:avLst/>
          </a:prstGeom>
          <a:noFill/>
          <a:ln>
            <a:noFill/>
          </a:ln>
        </p:spPr>
        <p:txBody>
          <a:bodyPr anchorCtr="0" anchor="ctr" bIns="26775" lIns="26775" spcFirstLastPara="1" rIns="26775" wrap="square" tIns="26775">
            <a:noAutofit/>
          </a:bodyPr>
          <a:lstStyle/>
          <a:p>
            <a:pPr indent="0" lvl="0" marL="0" rtl="0" algn="l">
              <a:spcBef>
                <a:spcPts val="0"/>
              </a:spcBef>
              <a:spcAft>
                <a:spcPts val="0"/>
              </a:spcAft>
              <a:buNone/>
            </a:pPr>
            <a:r>
              <a:rPr b="1" lang="de" sz="2000">
                <a:solidFill>
                  <a:srgbClr val="015699"/>
                </a:solidFill>
                <a:latin typeface="Helvetica Neue"/>
                <a:ea typeface="Helvetica Neue"/>
                <a:cs typeface="Helvetica Neue"/>
                <a:sym typeface="Helvetica Neue"/>
              </a:rPr>
              <a:t>Monitoramento e Resultados -</a:t>
            </a:r>
            <a:r>
              <a:rPr b="1" lang="de" sz="2000">
                <a:solidFill>
                  <a:srgbClr val="3A5EA8"/>
                </a:solidFill>
                <a:latin typeface="Helvetica Neue"/>
                <a:ea typeface="Helvetica Neue"/>
                <a:cs typeface="Helvetica Neue"/>
                <a:sym typeface="Helvetica Neue"/>
              </a:rPr>
              <a:t> </a:t>
            </a:r>
            <a:r>
              <a:rPr b="1" lang="de" sz="2000">
                <a:solidFill>
                  <a:srgbClr val="F68E68"/>
                </a:solidFill>
                <a:latin typeface="Helvetica Neue"/>
                <a:ea typeface="Helvetica Neue"/>
                <a:cs typeface="Helvetica Neue"/>
                <a:sym typeface="Helvetica Neue"/>
              </a:rPr>
              <a:t>Resultados</a:t>
            </a:r>
            <a:endParaRPr b="1" i="0" sz="2000" u="none" cap="none" strike="noStrike">
              <a:solidFill>
                <a:srgbClr val="F68E68"/>
              </a:solidFill>
              <a:latin typeface="Helvetica Neue"/>
              <a:ea typeface="Helvetica Neue"/>
              <a:cs typeface="Helvetica Neue"/>
              <a:sym typeface="Helvetica Neue"/>
            </a:endParaRPr>
          </a:p>
        </p:txBody>
      </p:sp>
      <p:pic>
        <p:nvPicPr>
          <p:cNvPr id="588" name="Google Shape;588;p58" title="260324HerbyFinalWeb_HerbyLogo.jpg"/>
          <p:cNvPicPr preferRelativeResize="0"/>
          <p:nvPr/>
        </p:nvPicPr>
        <p:blipFill rotWithShape="1">
          <a:blip r:embed="rId2">
            <a:alphaModFix/>
          </a:blip>
          <a:srcRect b="9690" l="0" r="0" t="9690"/>
          <a:stretch/>
        </p:blipFill>
        <p:spPr>
          <a:xfrm>
            <a:off x="40250" y="36075"/>
            <a:ext cx="651853" cy="186550"/>
          </a:xfrm>
          <a:prstGeom prst="rect">
            <a:avLst/>
          </a:prstGeom>
          <a:noFill/>
          <a:ln>
            <a:noFill/>
          </a:ln>
        </p:spPr>
      </p:pic>
      <p:sp>
        <p:nvSpPr>
          <p:cNvPr id="589" name="Google Shape;589;p58"/>
          <p:cNvSpPr txBox="1"/>
          <p:nvPr/>
        </p:nvSpPr>
        <p:spPr>
          <a:xfrm>
            <a:off x="447925" y="652113"/>
            <a:ext cx="8326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de" sz="1600">
                <a:solidFill>
                  <a:srgbClr val="015699"/>
                </a:solidFill>
                <a:latin typeface="Helvetica Neue"/>
                <a:ea typeface="Helvetica Neue"/>
                <a:cs typeface="Helvetica Neue"/>
                <a:sym typeface="Helvetica Neue"/>
              </a:rPr>
              <a:t>Na aba de “</a:t>
            </a:r>
            <a:r>
              <a:rPr b="1" lang="de" sz="1600">
                <a:solidFill>
                  <a:srgbClr val="F68E68"/>
                </a:solidFill>
                <a:latin typeface="Helvetica Neue"/>
                <a:ea typeface="Helvetica Neue"/>
                <a:cs typeface="Helvetica Neue"/>
                <a:sym typeface="Helvetica Neue"/>
              </a:rPr>
              <a:t>documentos</a:t>
            </a:r>
            <a:r>
              <a:rPr b="1" lang="de" sz="1600">
                <a:solidFill>
                  <a:srgbClr val="015699"/>
                </a:solidFill>
                <a:latin typeface="Helvetica Neue"/>
                <a:ea typeface="Helvetica Neue"/>
                <a:cs typeface="Helvetica Neue"/>
                <a:sym typeface="Helvetica Neue"/>
              </a:rPr>
              <a:t>”, será possível visualizar e baixar alguns relatórios em PDF, como a prova corrigida e a visão por estudante na disciplina.</a:t>
            </a:r>
            <a:endParaRPr b="1" sz="1600">
              <a:solidFill>
                <a:srgbClr val="015699"/>
              </a:solidFill>
              <a:latin typeface="Helvetica Neue"/>
              <a:ea typeface="Helvetica Neue"/>
              <a:cs typeface="Helvetica Neue"/>
              <a:sym typeface="Helvetica Neue"/>
            </a:endParaRPr>
          </a:p>
        </p:txBody>
      </p:sp>
      <p:pic>
        <p:nvPicPr>
          <p:cNvPr id="590" name="Google Shape;590;p58"/>
          <p:cNvPicPr preferRelativeResize="0"/>
          <p:nvPr/>
        </p:nvPicPr>
        <p:blipFill>
          <a:blip r:embed="rId3">
            <a:alphaModFix/>
          </a:blip>
          <a:stretch>
            <a:fillRect/>
          </a:stretch>
        </p:blipFill>
        <p:spPr>
          <a:xfrm>
            <a:off x="574999" y="1758725"/>
            <a:ext cx="7993999" cy="2475824"/>
          </a:xfrm>
          <a:prstGeom prst="rect">
            <a:avLst/>
          </a:prstGeom>
          <a:solidFill>
            <a:schemeClr val="lt1"/>
          </a:solidFill>
          <a:ln>
            <a:noFill/>
          </a:ln>
          <a:effectLst>
            <a:outerShdw blurRad="57150" rotWithShape="0" algn="bl" dir="5400000" dist="19050">
              <a:srgbClr val="000000">
                <a:alpha val="50000"/>
              </a:srgbClr>
            </a:outerShdw>
          </a:effectLst>
        </p:spPr>
      </p:pic>
      <p:sp>
        <p:nvSpPr>
          <p:cNvPr id="591" name="Google Shape;591;p58"/>
          <p:cNvSpPr/>
          <p:nvPr/>
        </p:nvSpPr>
        <p:spPr>
          <a:xfrm>
            <a:off x="2001200" y="2077825"/>
            <a:ext cx="579000" cy="306600"/>
          </a:xfrm>
          <a:prstGeom prst="rect">
            <a:avLst/>
          </a:prstGeom>
          <a:noFill/>
          <a:ln cap="flat" cmpd="sng" w="19050">
            <a:solidFill>
              <a:srgbClr val="F68E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929292"/>
      </a:dk1>
      <a:lt1>
        <a:srgbClr val="FFFFFF"/>
      </a:lt1>
      <a:dk2>
        <a:srgbClr val="929292"/>
      </a:dk2>
      <a:lt2>
        <a:srgbClr val="494949"/>
      </a:lt2>
      <a:accent1>
        <a:srgbClr val="494949"/>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