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hyperlink" Target="http://hby.app/scan" TargetMode="External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hyperlink" Target="http://hby.app/scan" TargetMode="External"/><Relationship Id="rId4" Type="http://schemas.openxmlformats.org/officeDocument/2006/relationships/image" Target="../media/image9.jp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3.jpg"/><Relationship Id="rId4" Type="http://schemas.openxmlformats.org/officeDocument/2006/relationships/image" Target="../media/image10.png"/><Relationship Id="rId5" Type="http://schemas.openxmlformats.org/officeDocument/2006/relationships/hyperlink" Target="http://hby.app/scan" TargetMode="External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hyperlink" Target="http://hby.app/scan" TargetMode="External"/><Relationship Id="rId5" Type="http://schemas.openxmlformats.org/officeDocument/2006/relationships/image" Target="../media/image9.jp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692102" y="1636925"/>
            <a:ext cx="1890024" cy="18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3067725" y="2109600"/>
            <a:ext cx="5509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lvl="0" rtl="0" algn="l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3000"/>
              <a:buFont typeface="Helvetica Neue"/>
              <a:buNone/>
            </a:pP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sz="3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2" name="Google Shape;92;p18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0" name="Google Shape;100;p1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/>
          <p:nvPr/>
        </p:nvSpPr>
        <p:spPr>
          <a:xfrm>
            <a:off x="5692063" y="2380950"/>
            <a:ext cx="3226500" cy="22104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1499" y="2560849"/>
            <a:ext cx="3289877" cy="18505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3" name="Google Shape;103;p19"/>
          <p:cNvSpPr txBox="1"/>
          <p:nvPr/>
        </p:nvSpPr>
        <p:spPr>
          <a:xfrm>
            <a:off x="437750" y="918300"/>
            <a:ext cx="48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Sobre o </a:t>
            </a:r>
            <a:r>
              <a:rPr b="1" i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i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martphone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437750" y="1456200"/>
            <a:ext cx="4678500" cy="3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Por que a Herby funciona em qualquer tipo de aparelho, desde que possua câmera e acesso à </a:t>
            </a:r>
            <a:r>
              <a:rPr b="1" i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internet</a:t>
            </a: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Source Sans Pro"/>
              <a:buAutoNum type="arabicParenR"/>
            </a:pP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Não é preciso baixar aplicativo da loja e por isso podem ser usados dispositivos de qualquer marca e sistema operacional.</a:t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Source Sans Pro"/>
              <a:buAutoNum type="arabicParenR"/>
            </a:pP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resultado é processado em nuvem e por isso não sobrecarrega o funcionamento do aparelho.</a:t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15699"/>
              </a:buClr>
              <a:buSzPts val="1600"/>
              <a:buFont typeface="Source Sans Pro"/>
              <a:buAutoNum type="arabicParenR"/>
            </a:pP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 fotos não ficam armazenadas no celular e por isso não sobrecarrega a memória.</a:t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2" name="Google Shape;112;p20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5882263" y="1602175"/>
            <a:ext cx="2776800" cy="30732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437750" y="1140475"/>
            <a:ext cx="48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Correção por foto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437750" y="1848300"/>
            <a:ext cx="5088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profissional indicado pela escola realizará o processamento dos cartões, com o celular.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apenas três passos, o Cartão é corrigido e vocês já têm o resultado, imediatamente: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Escanear o QR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(como o cardápio de um restaurante) e clicar no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irá aparecer.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Tirar uma foto do Cartão de Respostas.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Acessar os resultados.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939" y="1310975"/>
            <a:ext cx="2353452" cy="313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xmlns:ahyp="http://schemas.microsoft.com/office/drawing/2018/hyperlinkcolor">
    <p:bg>
      <p:bgPr>
        <a:solidFill>
          <a:srgbClr val="F3F3F3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4" name="Google Shape;124;p21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1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692100" y="2287975"/>
            <a:ext cx="49713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Apontar a câmera do celular para o QR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Cartão de Respostas já preenchido e clicar no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irá aparecer.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se 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aparecer?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Acessar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 u="sng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hby.app/scan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seu navegador de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internet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realizar o escaneamento direto por lá.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6028100" y="1088825"/>
            <a:ext cx="2799600" cy="3923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4433" y="1030732"/>
            <a:ext cx="2727349" cy="386007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9" name="Google Shape;1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375" y="1343851"/>
            <a:ext cx="529174" cy="5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5677" y="1369075"/>
            <a:ext cx="1369276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xmlns:ahyp="http://schemas.microsoft.com/office/drawing/2018/hyperlinkcolor">
    <p:bg>
      <p:bgPr>
        <a:solidFill>
          <a:srgbClr val="F3F3F3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8" name="Google Shape;138;p22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1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692100" y="2287975"/>
            <a:ext cx="49713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Apontar a câmera do celular para o QR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Cartão de Respostas já preenchido e clicar no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irá aparecer.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se 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aparecer?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Acessar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 u="sng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hby.app/scan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seu navegador de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internet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realizar o escaneamento direto por lá.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6028100" y="1088825"/>
            <a:ext cx="2752200" cy="3923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1850" y="1033600"/>
            <a:ext cx="2705851" cy="382965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6825" y="1334875"/>
            <a:ext cx="497300" cy="5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5677" y="1369075"/>
            <a:ext cx="1369276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xmlns:ahyp="http://schemas.microsoft.com/office/drawing/2018/hyperlinkcolor">
    <p:bg>
      <p:bgPr>
        <a:solidFill>
          <a:srgbClr val="F3F3F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2" name="Google Shape;152;p23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1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692100" y="2287975"/>
            <a:ext cx="49713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Apontar a câmera do celular para o QR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Cartão de Respostas já preenchido e clicar no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irá aparecer.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se 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aparecer?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Acessar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 u="sng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hby.app/scan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seu navegador de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internet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realizar o escaneamento direto por lá.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6028100" y="1088825"/>
            <a:ext cx="2838900" cy="3923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1050" y="989025"/>
            <a:ext cx="2735942" cy="392369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7" name="Google Shape;15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47102" y="1365675"/>
            <a:ext cx="1369276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26475" y="1315925"/>
            <a:ext cx="529174" cy="55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/>
          <p:nvPr/>
        </p:nvSpPr>
        <p:spPr>
          <a:xfrm>
            <a:off x="6867738" y="1648575"/>
            <a:ext cx="594300" cy="1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/>
          <p:cNvPicPr preferRelativeResize="0"/>
          <p:nvPr/>
        </p:nvPicPr>
        <p:blipFill rotWithShape="1">
          <a:blip r:embed="rId2">
            <a:alphaModFix/>
          </a:blip>
          <a:srcRect b="76370" l="0" r="0" t="0"/>
          <a:stretch/>
        </p:blipFill>
        <p:spPr>
          <a:xfrm>
            <a:off x="593725" y="1009463"/>
            <a:ext cx="7956550" cy="26610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2" name="Google Shape;162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69175" y="1921850"/>
            <a:ext cx="1508149" cy="15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xmlns:ahyp="http://schemas.microsoft.com/office/drawing/2018/hyperlinkcolor">
    <p:bg>
      <p:bgPr>
        <a:solidFill>
          <a:srgbClr val="F3F3F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0" name="Google Shape;170;p24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1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692100" y="2287975"/>
            <a:ext cx="49713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Apontar a câmera do celular para o QR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Cartão de Respostas já preenchido e clicar no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irá aparecer.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se 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aparecer?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Acessar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 u="sng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hby.app/scan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seu navegador de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internet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realizar o escaneamento direto por lá.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028100" y="1088825"/>
            <a:ext cx="2752200" cy="3923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1850" y="1033600"/>
            <a:ext cx="2705851" cy="382965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5" name="Google Shape;17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6825" y="1334875"/>
            <a:ext cx="497300" cy="5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5677" y="1369075"/>
            <a:ext cx="1369276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 rotWithShape="1">
          <a:blip r:embed="rId5">
            <a:alphaModFix/>
          </a:blip>
          <a:srcRect b="75697" l="2024" r="2072" t="0"/>
          <a:stretch/>
        </p:blipFill>
        <p:spPr>
          <a:xfrm>
            <a:off x="692100" y="952075"/>
            <a:ext cx="7756801" cy="278214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9" name="Google Shape;17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7600" y="1890450"/>
            <a:ext cx="1508149" cy="15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7" name="Google Shape;187;p25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2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692100" y="2135575"/>
            <a:ext cx="49713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Clicar no ícone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câmera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que aparece na tela do celular, e fazer uma foto do cartão. 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importante que a imagem contemple a folha toda, inclusive o nome do estudante.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Nesse passo, a Herby realiza algumas validações e, logo em seguida, exibe a foto que acabou de ser tirada, também na tela do celular.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25"/>
          <p:cNvSpPr/>
          <p:nvPr/>
        </p:nvSpPr>
        <p:spPr>
          <a:xfrm>
            <a:off x="6704725" y="1120900"/>
            <a:ext cx="2027700" cy="38718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 rotWithShape="1">
          <a:blip r:embed="rId3">
            <a:alphaModFix/>
          </a:blip>
          <a:srcRect b="1911" l="0" r="0" t="6648"/>
          <a:stretch/>
        </p:blipFill>
        <p:spPr>
          <a:xfrm>
            <a:off x="6561600" y="852225"/>
            <a:ext cx="2027749" cy="4031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2" name="Google Shape;19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7626" y="2637050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8825" y="2513700"/>
            <a:ext cx="713276" cy="64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6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1" name="Google Shape;201;p26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6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3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692100" y="2135575"/>
            <a:ext cx="49713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Depois de capturar uma boa foto, você deve clicar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Usar Foto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ou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Ok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6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se a imagem cortar alguma parte do cartão ou não estiver nítida?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Fique tranquilo(a). Você pode clicar em "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Repetir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 e fazer uma nova foto!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6772800" y="1114500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05" name="Google Shape;205;p26"/>
          <p:cNvPicPr preferRelativeResize="0"/>
          <p:nvPr/>
        </p:nvPicPr>
        <p:blipFill rotWithShape="1">
          <a:blip r:embed="rId3">
            <a:alphaModFix/>
          </a:blip>
          <a:srcRect b="4301" l="0" r="0" t="7383"/>
          <a:stretch/>
        </p:blipFill>
        <p:spPr>
          <a:xfrm>
            <a:off x="6641850" y="989025"/>
            <a:ext cx="2027749" cy="38934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6" name="Google Shape;20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3151" y="4480200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80350" y="4574825"/>
            <a:ext cx="460126" cy="2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7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5" name="Google Shape;215;p27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Atenção!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692100" y="2135575"/>
            <a:ext cx="49713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Logo após a foto, a Herby realiza uma série de validações, para garantir que o processamento estará perfeito.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a foto estiver cortada, embaçada, ou o QR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não estiver aparecendo na foto, uma mensagem irá informar o problema e será solicitada uma nova foto.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8" name="Google Shape;2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0326" y="2584013"/>
            <a:ext cx="9516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/>
          <p:nvPr/>
        </p:nvSpPr>
        <p:spPr>
          <a:xfrm>
            <a:off x="6772800" y="1114500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4">
            <a:alphaModFix/>
          </a:blip>
          <a:srcRect b="2546" l="0" r="0" t="7152"/>
          <a:stretch/>
        </p:blipFill>
        <p:spPr>
          <a:xfrm>
            <a:off x="6656850" y="903638"/>
            <a:ext cx="2027749" cy="39807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21" name="Google Shape;22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4000" y="2135575"/>
            <a:ext cx="1882300" cy="14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8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9" name="Google Shape;229;p28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527950" y="988075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Atenção!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527950" y="1655925"/>
            <a:ext cx="32613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Herby também irá realizar a validação dos campos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AUSENTE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ANULADO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no momento da foto, e informar caso haja alguma inconsistência.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Nesse caso, você não precisa imprimir um novo cartão!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Basta confirmar 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status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estudante e clicar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SALVAR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4054925" y="789525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33" name="Google Shape;233;p28"/>
          <p:cNvPicPr preferRelativeResize="0"/>
          <p:nvPr/>
        </p:nvPicPr>
        <p:blipFill rotWithShape="1">
          <a:blip r:embed="rId3">
            <a:alphaModFix/>
          </a:blip>
          <a:srcRect b="1943" l="0" r="0" t="7272"/>
          <a:stretch/>
        </p:blipFill>
        <p:spPr>
          <a:xfrm>
            <a:off x="4000052" y="720075"/>
            <a:ext cx="1972597" cy="38934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4" name="Google Shape;234;p28"/>
          <p:cNvSpPr/>
          <p:nvPr/>
        </p:nvSpPr>
        <p:spPr>
          <a:xfrm>
            <a:off x="6840725" y="827725"/>
            <a:ext cx="1972500" cy="38349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35" name="Google Shape;235;p28"/>
          <p:cNvPicPr preferRelativeResize="0"/>
          <p:nvPr/>
        </p:nvPicPr>
        <p:blipFill rotWithShape="1">
          <a:blip r:embed="rId4">
            <a:alphaModFix/>
          </a:blip>
          <a:srcRect b="2718" l="0" r="0" t="7868"/>
          <a:stretch/>
        </p:blipFill>
        <p:spPr>
          <a:xfrm>
            <a:off x="6700750" y="749375"/>
            <a:ext cx="1972600" cy="38347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6" name="Google Shape;236;p28"/>
          <p:cNvSpPr txBox="1"/>
          <p:nvPr/>
        </p:nvSpPr>
        <p:spPr>
          <a:xfrm>
            <a:off x="3713000" y="4637425"/>
            <a:ext cx="254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015699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Exemplo de cartão PREENCHIDO, mas com AUSENTE marcado.</a:t>
            </a:r>
            <a:endParaRPr b="1" sz="1000">
              <a:solidFill>
                <a:srgbClr val="015699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6348300" y="4637425"/>
            <a:ext cx="2677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015699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Exemplo de cartão em BRANCO, e SEM MARCAÇÃO de AUSENTE OU ANULADO.</a:t>
            </a:r>
            <a:endParaRPr b="1" sz="1000">
              <a:solidFill>
                <a:srgbClr val="015699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8" name="Google Shape;23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7825" y="1928825"/>
            <a:ext cx="1817049" cy="13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8525" y="1928825"/>
            <a:ext cx="1817049" cy="13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660425" y="3405500"/>
            <a:ext cx="65185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7361125" y="3405500"/>
            <a:ext cx="65185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1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1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6" name="Google Shape;276;p31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1"/>
          <p:cNvSpPr txBox="1"/>
          <p:nvPr/>
        </p:nvSpPr>
        <p:spPr>
          <a:xfrm>
            <a:off x="527950" y="988075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Pronto!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527950" y="1833750"/>
            <a:ext cx="4732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 tudo certo, a Herby já exibe o resultado do estudante na tela do seu celular.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Depois disso é só clicar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próximo documento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e a câmera do seu celular irá abrir para realizar a foto do próximo cartão.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Após a leitura do primeiro cartão de respostas, não há mais a necessidade de ler o QR </a:t>
            </a:r>
            <a:r>
              <a:rPr b="1" i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cada cartão de respostas, antes de fazer a foto.</a:t>
            </a:r>
            <a:endParaRPr b="1" sz="16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6716650" y="958850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80" name="Google Shape;280;p31"/>
          <p:cNvPicPr preferRelativeResize="0"/>
          <p:nvPr/>
        </p:nvPicPr>
        <p:blipFill rotWithShape="1">
          <a:blip r:embed="rId3">
            <a:alphaModFix/>
          </a:blip>
          <a:srcRect b="10592" l="0" r="0" t="4330"/>
          <a:stretch/>
        </p:blipFill>
        <p:spPr>
          <a:xfrm>
            <a:off x="6521903" y="815975"/>
            <a:ext cx="2106147" cy="3884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81" name="Google Shape;28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2975" y="1364625"/>
            <a:ext cx="1916700" cy="25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6251" y="2348775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7750" y="4113925"/>
            <a:ext cx="582450" cy="2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2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2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1" name="Google Shape;291;p32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2"/>
          <p:cNvSpPr txBox="1"/>
          <p:nvPr/>
        </p:nvSpPr>
        <p:spPr>
          <a:xfrm>
            <a:off x="520075" y="1975300"/>
            <a:ext cx="81039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cartões podem ser impressos em preto e branco.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os cartões impressos devem ser fotografados, incluindo de alunos ausentes e anulados.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Utilizar, preferencialmente, caneta azul para realizar a transcrição para o cartão de respostas.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realizar as fotos, colocar o cartão em uma superfície plana.</a:t>
            </a:r>
            <a:endParaRPr b="1" sz="17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527950" y="1239000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Importante!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4" name="Google Shape;84;p17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5882263" y="1602175"/>
            <a:ext cx="2776800" cy="30732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437750" y="1140475"/>
            <a:ext cx="48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Correção por foto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37750" y="1848300"/>
            <a:ext cx="5088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profissional indicado realizará o processamento dos formulários, com o celular.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apenas três passos, o Cartão é corrigido e vocês já têm o resultado, imediatamente: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Escanear o QR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(como o cardápio de um restaurante) e clicar no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irá aparecer.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Tirar uma foto do Cartão de Respostas.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600"/>
              <a:buFont typeface="Helvetica Neue"/>
              <a:buAutoNum type="arabicPeriod"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Acessar os resultados.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939" y="1310975"/>
            <a:ext cx="2353452" cy="313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0" name="Google Shape;110;p1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Passo 2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692100" y="2135575"/>
            <a:ext cx="49713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Clicar no ícone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câmera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que aparece na tela do celular, e fazer uma foto do formulário. 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importante que a imagem contemple a folha toda, inclusive o QR CODE.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Nesse passo, a Herby realiza algumas validações e, logo em seguida, exibe a foto que acabou de ser tirada, também na tela do celular.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6704725" y="1120900"/>
            <a:ext cx="2027700" cy="38718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1911" l="0" r="0" t="6648"/>
          <a:stretch/>
        </p:blipFill>
        <p:spPr>
          <a:xfrm>
            <a:off x="6561600" y="852225"/>
            <a:ext cx="2027749" cy="4031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7626" y="2637050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8825" y="2513700"/>
            <a:ext cx="713276" cy="64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8" name="Google Shape;238;p2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 txBox="1"/>
          <p:nvPr/>
        </p:nvSpPr>
        <p:spPr>
          <a:xfrm>
            <a:off x="527950" y="988075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Atenção!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5315500" y="789525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527950" y="1655925"/>
            <a:ext cx="3261300" cy="29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Herby também irá realizar a validação do campo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ANULADO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no momento da foto, e informar caso haja alguma inconsistência.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Nesse caso, você não precisa imprimir um novo cartão!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Basta confirmar 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status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estudante e clicar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SALVAR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2" name="Google Shape;242;p29"/>
          <p:cNvPicPr preferRelativeResize="0"/>
          <p:nvPr/>
        </p:nvPicPr>
        <p:blipFill rotWithShape="1">
          <a:blip r:embed="rId3">
            <a:alphaModFix/>
          </a:blip>
          <a:srcRect b="2718" l="0" r="0" t="7868"/>
          <a:stretch/>
        </p:blipFill>
        <p:spPr>
          <a:xfrm>
            <a:off x="5237733" y="749375"/>
            <a:ext cx="1972600" cy="38347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43" name="Google Shape;243;p29"/>
          <p:cNvSpPr txBox="1"/>
          <p:nvPr/>
        </p:nvSpPr>
        <p:spPr>
          <a:xfrm>
            <a:off x="5037683" y="4674225"/>
            <a:ext cx="267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015699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Exemplo de cartão em BRANCO, e SEM MARCAÇÃO de ANULADO.</a:t>
            </a:r>
            <a:endParaRPr b="1" sz="1000">
              <a:solidFill>
                <a:srgbClr val="015699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4" name="Google Shape;24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5508" y="1928825"/>
            <a:ext cx="1817049" cy="13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3" name="Google Shape;233;p27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 txBox="1"/>
          <p:nvPr/>
        </p:nvSpPr>
        <p:spPr>
          <a:xfrm>
            <a:off x="527950" y="1747275"/>
            <a:ext cx="8103900" cy="29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cartões podem ser impressos em preto e branco.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os cartões impressos devem ser fotografados, incluindo de alunos ausentes e anulados.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Utilizar, preferencialmente, caneta azul para realizar a transcrição para o cartão de respostas.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realizar as fotos, colocar o cartão em uma superfície plana.</a:t>
            </a:r>
            <a:endParaRPr b="1" sz="17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F68E68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download dos Cartões é realizado na plataforma do SAEV.</a:t>
            </a:r>
            <a:endParaRPr b="1" sz="17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1000"/>
              </a:spcAft>
              <a:buClr>
                <a:srgbClr val="F68E68"/>
              </a:buClr>
              <a:buSzPts val="1700"/>
              <a:buFont typeface="Helvetica Neue"/>
              <a:buAutoNum type="arabicParenR"/>
            </a:pPr>
            <a:r>
              <a:rPr b="1" lang="de" sz="17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testes são separados por disciplina, mas os cartões são únicos. </a:t>
            </a:r>
            <a:endParaRPr b="1" sz="17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527950" y="1239000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Importante!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2" name="Google Shape;152;p22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527950" y="988075"/>
            <a:ext cx="47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Pronto!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527950" y="1833750"/>
            <a:ext cx="4732500" cy="24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 tudo certo, a Herby já exibe a mensagem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resultados foram salvos!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na tela.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Depois disso é só clicar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próximo documento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e a câmera do seu celular irá abrir para realizar a foto do próximo cartão.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Após a leitura do primeiro formulário, não há mais a necessidade de ler o QR </a:t>
            </a:r>
            <a:r>
              <a:rPr b="1" i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antes de fazer a foto.</a:t>
            </a:r>
            <a:endParaRPr b="1" sz="16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6791375" y="958850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6" name="Google Shape;156;p22" title="WhatsApp Image 2026-05-13 at 14.20.06.jpeg"/>
          <p:cNvPicPr preferRelativeResize="0"/>
          <p:nvPr/>
        </p:nvPicPr>
        <p:blipFill rotWithShape="1">
          <a:blip r:embed="rId3">
            <a:alphaModFix/>
          </a:blip>
          <a:srcRect b="16372" l="0" r="0" t="3332"/>
          <a:stretch/>
        </p:blipFill>
        <p:spPr>
          <a:xfrm>
            <a:off x="6453106" y="823725"/>
            <a:ext cx="2275195" cy="39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/>
          <p:nvPr/>
        </p:nvSpPr>
        <p:spPr>
          <a:xfrm>
            <a:off x="6520175" y="1486475"/>
            <a:ext cx="2145300" cy="2733300"/>
          </a:xfrm>
          <a:prstGeom prst="rect">
            <a:avLst/>
          </a:prstGeom>
          <a:solidFill>
            <a:srgbClr val="E9EA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2663" y="1486475"/>
            <a:ext cx="1940325" cy="27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6251" y="2348775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0225" y="4463125"/>
            <a:ext cx="582450" cy="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/>
          <p:nvPr/>
        </p:nvSpPr>
        <p:spPr>
          <a:xfrm>
            <a:off x="7015175" y="1119200"/>
            <a:ext cx="176100" cy="142800"/>
          </a:xfrm>
          <a:prstGeom prst="ellipse">
            <a:avLst/>
          </a:prstGeom>
          <a:solidFill>
            <a:srgbClr val="1C2F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7362825" y="914400"/>
            <a:ext cx="209700" cy="109500"/>
          </a:xfrm>
          <a:prstGeom prst="rect">
            <a:avLst/>
          </a:prstGeom>
          <a:solidFill>
            <a:srgbClr val="D9D8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