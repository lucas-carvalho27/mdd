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3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4" name="Google Shape;414;p43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692102" y="1636925"/>
            <a:ext cx="1890024" cy="1885399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3"/>
          <p:cNvSpPr txBox="1"/>
          <p:nvPr/>
        </p:nvSpPr>
        <p:spPr>
          <a:xfrm>
            <a:off x="3067725" y="2109600"/>
            <a:ext cx="5509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Impressão</a:t>
            </a:r>
            <a:endParaRPr b="1" sz="3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6" name="Google Shape;416;p43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4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4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5699"/>
              </a:solidFill>
            </a:endParaRPr>
          </a:p>
        </p:txBody>
      </p:sp>
      <p:sp>
        <p:nvSpPr>
          <p:cNvPr id="423" name="Google Shape;423;p44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Impressão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24" name="Google Shape;424;p44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4"/>
          <p:cNvSpPr txBox="1"/>
          <p:nvPr/>
        </p:nvSpPr>
        <p:spPr>
          <a:xfrm>
            <a:off x="408675" y="675200"/>
            <a:ext cx="8326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Você pode imprimir os cartões de respostas de uma escola ou turma inteira ou até mesmo de um estudante específico. Para isso, basta selecionar a avaliação e, em seguida, a escola, turma ou o estudante desejado, clicando no ícone “</a:t>
            </a: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Impressora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na linha correspondente. O arquivo PDF é gerado automaticamente.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6" name="Google Shape;426;p44"/>
          <p:cNvSpPr/>
          <p:nvPr/>
        </p:nvSpPr>
        <p:spPr>
          <a:xfrm>
            <a:off x="464525" y="1967850"/>
            <a:ext cx="8217900" cy="29538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27" name="Google Shape;427;p44"/>
          <p:cNvPicPr preferRelativeResize="0"/>
          <p:nvPr/>
        </p:nvPicPr>
        <p:blipFill rotWithShape="1">
          <a:blip r:embed="rId3">
            <a:alphaModFix/>
          </a:blip>
          <a:srcRect b="24812" l="0" r="0" t="0"/>
          <a:stretch/>
        </p:blipFill>
        <p:spPr>
          <a:xfrm>
            <a:off x="276925" y="1849925"/>
            <a:ext cx="8593101" cy="2953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28" name="Google Shape;42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4425" y="2759100"/>
            <a:ext cx="798775" cy="38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4"/>
          <p:cNvSpPr/>
          <p:nvPr/>
        </p:nvSpPr>
        <p:spPr>
          <a:xfrm>
            <a:off x="289525" y="2869800"/>
            <a:ext cx="1505100" cy="2769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5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5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5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Impressão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7" name="Google Shape;437;p45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5"/>
          <p:cNvSpPr/>
          <p:nvPr/>
        </p:nvSpPr>
        <p:spPr>
          <a:xfrm>
            <a:off x="464525" y="1967850"/>
            <a:ext cx="8217900" cy="29538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9" name="Google Shape;439;p45"/>
          <p:cNvSpPr txBox="1"/>
          <p:nvPr/>
        </p:nvSpPr>
        <p:spPr>
          <a:xfrm>
            <a:off x="408600" y="995125"/>
            <a:ext cx="832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Lembre-se! </a:t>
            </a:r>
            <a:endParaRPr b="1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cartão pode ser impresso em preto e branco, em impressora de uso doméstico.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40" name="Google Shape;440;p45"/>
          <p:cNvPicPr preferRelativeResize="0"/>
          <p:nvPr/>
        </p:nvPicPr>
        <p:blipFill rotWithShape="1">
          <a:blip r:embed="rId3">
            <a:alphaModFix/>
          </a:blip>
          <a:srcRect b="24812" l="0" r="0" t="0"/>
          <a:stretch/>
        </p:blipFill>
        <p:spPr>
          <a:xfrm>
            <a:off x="276925" y="1849925"/>
            <a:ext cx="8593101" cy="2953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41" name="Google Shape;44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4425" y="2759100"/>
            <a:ext cx="798775" cy="3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