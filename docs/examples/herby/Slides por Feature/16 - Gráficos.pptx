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4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64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3" name="Google Shape;663;p64"/>
          <p:cNvSpPr txBox="1"/>
          <p:nvPr/>
        </p:nvSpPr>
        <p:spPr>
          <a:xfrm>
            <a:off x="528150" y="712850"/>
            <a:ext cx="80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Já na aba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será possível visualizar as distribuição dos estudantes em níveis e também os gráficos de evolução da média de desempenho.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4" name="Google Shape;664;p64"/>
          <p:cNvSpPr/>
          <p:nvPr/>
        </p:nvSpPr>
        <p:spPr>
          <a:xfrm>
            <a:off x="1165525" y="1967850"/>
            <a:ext cx="6824100" cy="3015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5" name="Google Shape;6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5450" y="1406675"/>
            <a:ext cx="7698073" cy="34898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66" name="Google Shape;666;p64"/>
          <p:cNvSpPr/>
          <p:nvPr/>
        </p:nvSpPr>
        <p:spPr>
          <a:xfrm>
            <a:off x="3627225" y="2452525"/>
            <a:ext cx="604500" cy="2895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7" name="Google Shape;66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0101" y="2366413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5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65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p65"/>
          <p:cNvSpPr txBox="1"/>
          <p:nvPr/>
        </p:nvSpPr>
        <p:spPr>
          <a:xfrm>
            <a:off x="528150" y="712850"/>
            <a:ext cx="80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Já na aba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será possível visualizar as distribuição dos estudantes em níveis e também os gráficos de evolução da média de desempenho.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5" name="Google Shape;675;p65"/>
          <p:cNvSpPr/>
          <p:nvPr/>
        </p:nvSpPr>
        <p:spPr>
          <a:xfrm>
            <a:off x="1165525" y="1967850"/>
            <a:ext cx="6824100" cy="3015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76" name="Google Shape;676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0444" y="1470601"/>
            <a:ext cx="7094257" cy="3419649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77" name="Google Shape;67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425" y="2847848"/>
            <a:ext cx="832250" cy="4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5"/>
          <p:cNvSpPr/>
          <p:nvPr/>
        </p:nvSpPr>
        <p:spPr>
          <a:xfrm>
            <a:off x="2115450" y="2013350"/>
            <a:ext cx="1060200" cy="2895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9" name="Google Shape;679;p65"/>
          <p:cNvSpPr/>
          <p:nvPr/>
        </p:nvSpPr>
        <p:spPr>
          <a:xfrm>
            <a:off x="3618800" y="2520100"/>
            <a:ext cx="604500" cy="2895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6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66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6" name="Google Shape;686;p66"/>
          <p:cNvSpPr txBox="1"/>
          <p:nvPr/>
        </p:nvSpPr>
        <p:spPr>
          <a:xfrm>
            <a:off x="528150" y="712850"/>
            <a:ext cx="80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possível também comparar resultados entre eventos avaliativos, usando o botão de “seleção manual”.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7" name="Google Shape;687;p66"/>
          <p:cNvSpPr/>
          <p:nvPr/>
        </p:nvSpPr>
        <p:spPr>
          <a:xfrm>
            <a:off x="1165525" y="1967850"/>
            <a:ext cx="6824100" cy="3015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88" name="Google Shape;688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5525" y="1474250"/>
            <a:ext cx="7124099" cy="3405396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6"/>
          <p:cNvSpPr/>
          <p:nvPr/>
        </p:nvSpPr>
        <p:spPr>
          <a:xfrm>
            <a:off x="4003325" y="1765175"/>
            <a:ext cx="244800" cy="236400"/>
          </a:xfrm>
          <a:prstGeom prst="ellipse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90" name="Google Shape;69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06800" y="1681486"/>
            <a:ext cx="832250" cy="4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67"/>
          <p:cNvSpPr txBox="1"/>
          <p:nvPr/>
        </p:nvSpPr>
        <p:spPr>
          <a:xfrm>
            <a:off x="528150" y="712850"/>
            <a:ext cx="80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possível também comparar resultados entre eventos avaliativos, usando o botão de “seleção manual”.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p67"/>
          <p:cNvSpPr/>
          <p:nvPr/>
        </p:nvSpPr>
        <p:spPr>
          <a:xfrm>
            <a:off x="1165525" y="1967850"/>
            <a:ext cx="6824100" cy="3015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99" name="Google Shape;699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7888" y="1406675"/>
            <a:ext cx="7208225" cy="343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