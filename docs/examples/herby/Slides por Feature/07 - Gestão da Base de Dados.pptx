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35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5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0" name="Google Shape;320;p35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6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6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8" name="Google Shape;328;p3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6"/>
          <p:cNvSpPr txBox="1"/>
          <p:nvPr/>
        </p:nvSpPr>
        <p:spPr>
          <a:xfrm>
            <a:off x="408675" y="684225"/>
            <a:ext cx="832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Nesta seção, você pode fazer a gestão dos dados de matrícula: incluir, editar ou excluir dados de escolas, turmas e estudantes. Também é possível compartilhar o acesso exclusivo para regionais, municípios, escolas ou turmas.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0" name="Google Shape;330;p36"/>
          <p:cNvSpPr/>
          <p:nvPr/>
        </p:nvSpPr>
        <p:spPr>
          <a:xfrm>
            <a:off x="632150" y="1967850"/>
            <a:ext cx="77967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31" name="Google Shape;331;p36"/>
          <p:cNvPicPr preferRelativeResize="0"/>
          <p:nvPr/>
        </p:nvPicPr>
        <p:blipFill rotWithShape="1">
          <a:blip r:embed="rId3">
            <a:alphaModFix/>
          </a:blip>
          <a:srcRect b="3985" l="0" r="0" t="0"/>
          <a:stretch/>
        </p:blipFill>
        <p:spPr>
          <a:xfrm>
            <a:off x="755800" y="1714700"/>
            <a:ext cx="7759950" cy="32623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Compartilhar o acesso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9" name="Google Shape;339;p37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7"/>
          <p:cNvSpPr txBox="1"/>
          <p:nvPr/>
        </p:nvSpPr>
        <p:spPr>
          <a:xfrm>
            <a:off x="408675" y="684225"/>
            <a:ext cx="8326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Clique no ícone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Copiar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e uma mensagem de boas-vindas, com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acesso, será copiada para sua área de transferência. Cole no WhatsApp,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e-mail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compartilhe o acesso com os agentes que desejar, desde um município inteiro até somente uma turma específica.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1" name="Google Shape;341;p37"/>
          <p:cNvSpPr/>
          <p:nvPr/>
        </p:nvSpPr>
        <p:spPr>
          <a:xfrm>
            <a:off x="532075" y="1967850"/>
            <a:ext cx="80403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2" name="Google Shape;3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6201" y="2403500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7"/>
          <p:cNvPicPr preferRelativeResize="0"/>
          <p:nvPr/>
        </p:nvPicPr>
        <p:blipFill rotWithShape="1">
          <a:blip r:embed="rId4">
            <a:alphaModFix/>
          </a:blip>
          <a:srcRect b="12235" l="0" r="0" t="0"/>
          <a:stretch/>
        </p:blipFill>
        <p:spPr>
          <a:xfrm>
            <a:off x="388825" y="1801325"/>
            <a:ext cx="8326798" cy="30995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44" name="Google Shape;344;p37"/>
          <p:cNvSpPr/>
          <p:nvPr/>
        </p:nvSpPr>
        <p:spPr>
          <a:xfrm>
            <a:off x="3358600" y="4019425"/>
            <a:ext cx="2035200" cy="1194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5" name="Google Shape;3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775" y="2820750"/>
            <a:ext cx="785625" cy="3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Compartilhar o acesso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3" name="Google Shape;343;p3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8"/>
          <p:cNvSpPr txBox="1"/>
          <p:nvPr/>
        </p:nvSpPr>
        <p:spPr>
          <a:xfrm>
            <a:off x="408675" y="903800"/>
            <a:ext cx="83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Importante! </a:t>
            </a:r>
            <a:endParaRPr b="1" sz="16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Este agente terá acesso somente aos dados da unidade que você compartilhar.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5" name="Google Shape;3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304375" y="4213300"/>
            <a:ext cx="1880175" cy="13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8"/>
          <p:cNvSpPr/>
          <p:nvPr/>
        </p:nvSpPr>
        <p:spPr>
          <a:xfrm>
            <a:off x="497025" y="1942525"/>
            <a:ext cx="81501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47" name="Google Shape;347;p38"/>
          <p:cNvPicPr preferRelativeResize="0"/>
          <p:nvPr/>
        </p:nvPicPr>
        <p:blipFill rotWithShape="1">
          <a:blip r:embed="rId4">
            <a:alphaModFix/>
          </a:blip>
          <a:srcRect b="22523" l="0" r="0" t="0"/>
          <a:stretch/>
        </p:blipFill>
        <p:spPr>
          <a:xfrm>
            <a:off x="398725" y="1862325"/>
            <a:ext cx="8326801" cy="3098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48" name="Google Shape;34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0426" y="321435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Adicionando dados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3" name="Google Shape;353;p3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8"/>
          <p:cNvSpPr txBox="1"/>
          <p:nvPr/>
        </p:nvSpPr>
        <p:spPr>
          <a:xfrm>
            <a:off x="408675" y="599000"/>
            <a:ext cx="832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adicionar escolas, turmas ou estudantes,  clique no ícone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localizado na mesma linha do registro onde você pretende incluir os dados. Para finalizar, clique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Enter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ou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38"/>
          <p:cNvSpPr/>
          <p:nvPr/>
        </p:nvSpPr>
        <p:spPr>
          <a:xfrm>
            <a:off x="692100" y="1967850"/>
            <a:ext cx="78804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6" name="Google Shape;3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775" y="1574612"/>
            <a:ext cx="8162699" cy="334926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57" name="Google Shape;35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359101" y="2039062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783876" y="2830387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Editando dados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6" name="Google Shape;366;p3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9"/>
          <p:cNvSpPr txBox="1"/>
          <p:nvPr/>
        </p:nvSpPr>
        <p:spPr>
          <a:xfrm>
            <a:off x="408675" y="599000"/>
            <a:ext cx="832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editar dados de escolas, turmas ou estudantes, clique no ícone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Pincel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localizado na mesma linha do registro que deseja alterar. Registre a informação correta e clique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Salvar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532075" y="1967850"/>
            <a:ext cx="80403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9" name="Google Shape;369;p39"/>
          <p:cNvPicPr preferRelativeResize="0"/>
          <p:nvPr/>
        </p:nvPicPr>
        <p:blipFill rotWithShape="1">
          <a:blip r:embed="rId3">
            <a:alphaModFix/>
          </a:blip>
          <a:srcRect b="3363" l="0" r="0" t="0"/>
          <a:stretch/>
        </p:blipFill>
        <p:spPr>
          <a:xfrm>
            <a:off x="408675" y="1484725"/>
            <a:ext cx="8326800" cy="34478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70" name="Google Shape;37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6074601" y="4021425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9426" y="301655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0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0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Excluindo dados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9" name="Google Shape;379;p40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0"/>
          <p:cNvSpPr txBox="1"/>
          <p:nvPr/>
        </p:nvSpPr>
        <p:spPr>
          <a:xfrm>
            <a:off x="408675" y="599000"/>
            <a:ext cx="832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deletar escolas, turmas ou estudantes,  clique no ícone “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pincel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localizado na mesma linha do registro que deseja excluir. Depois, clique em “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excluir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e confirme sua ação.  É importante lembrar que caso haja avaliações já realizadas, os resultados referentes a elas também serão deletados.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1" name="Google Shape;381;p40"/>
          <p:cNvSpPr/>
          <p:nvPr/>
        </p:nvSpPr>
        <p:spPr>
          <a:xfrm>
            <a:off x="692100" y="1967850"/>
            <a:ext cx="78297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82" name="Google Shape;382;p40"/>
          <p:cNvPicPr preferRelativeResize="0"/>
          <p:nvPr/>
        </p:nvPicPr>
        <p:blipFill rotWithShape="1">
          <a:blip r:embed="rId3">
            <a:alphaModFix/>
          </a:blip>
          <a:srcRect b="10499" l="0" r="0" t="0"/>
          <a:stretch/>
        </p:blipFill>
        <p:spPr>
          <a:xfrm>
            <a:off x="522825" y="1645700"/>
            <a:ext cx="8098350" cy="326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8851" y="2625750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751501" y="371500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