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Sincronizar dados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(rede estadual)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5" name="Google Shape;405;p4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2"/>
          <p:cNvSpPr txBox="1"/>
          <p:nvPr/>
        </p:nvSpPr>
        <p:spPr>
          <a:xfrm>
            <a:off x="371400" y="881200"/>
            <a:ext cx="832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dados devem ser atualizados no diário eletrônico, e sincronizados no Herby conforme indicado abaixo: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7" name="Google Shape;4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600" y="1639950"/>
            <a:ext cx="7075277" cy="3295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408" name="Google Shape;40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7575" y="2481300"/>
            <a:ext cx="767950" cy="3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4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</a:t>
            </a: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Sincronizar dados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7" name="Google Shape;297;p34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4"/>
          <p:cNvSpPr txBox="1"/>
          <p:nvPr/>
        </p:nvSpPr>
        <p:spPr>
          <a:xfrm>
            <a:off x="371400" y="881200"/>
            <a:ext cx="832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dados devem ser atualizados no diário eletrônico, e sincronizados no Herby conforme indicado abaixo. Note que só é possível sincronizar a nível de escola.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9" name="Google Shape;2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25" y="1589700"/>
            <a:ext cx="8778800" cy="319062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00" name="Google Shape;30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2700" y="2235250"/>
            <a:ext cx="767950" cy="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4"/>
          <p:cNvSpPr/>
          <p:nvPr/>
        </p:nvSpPr>
        <p:spPr>
          <a:xfrm>
            <a:off x="422300" y="1621600"/>
            <a:ext cx="624900" cy="253500"/>
          </a:xfrm>
          <a:prstGeom prst="rect">
            <a:avLst/>
          </a:prstGeom>
          <a:solidFill>
            <a:srgbClr val="087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