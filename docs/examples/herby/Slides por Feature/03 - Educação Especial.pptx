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9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9" name="Google Shape;249;p29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a Educação Especial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692100" y="2135575"/>
            <a:ext cx="4971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os estudantes da educação especial com laudo, é preciso clicar no botão “</a:t>
            </a: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Educação</a:t>
            </a:r>
            <a:r>
              <a:rPr b="1" lang="de" sz="1600">
                <a:solidFill>
                  <a:srgbClr val="3A5EA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especial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após a leitura para informar o aluno como elegível.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6791375" y="1135825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3" name="Google Shape;253;p29"/>
          <p:cNvPicPr preferRelativeResize="0"/>
          <p:nvPr/>
        </p:nvPicPr>
        <p:blipFill rotWithShape="1">
          <a:blip r:embed="rId3">
            <a:alphaModFix/>
          </a:blip>
          <a:srcRect b="10592" l="0" r="0" t="4330"/>
          <a:stretch/>
        </p:blipFill>
        <p:spPr>
          <a:xfrm>
            <a:off x="6615578" y="1020350"/>
            <a:ext cx="2106147" cy="3884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54" name="Google Shape;2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5151" y="44433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0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2" name="Google Shape;262;p30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0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a Educação Especial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692100" y="2135575"/>
            <a:ext cx="4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confirmar, você só precisa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Elegível a Educação Especial/Laudado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depois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5" name="Google Shape;265;p30"/>
          <p:cNvSpPr/>
          <p:nvPr/>
        </p:nvSpPr>
        <p:spPr>
          <a:xfrm>
            <a:off x="6791375" y="1135825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66" name="Google Shape;266;p30"/>
          <p:cNvPicPr preferRelativeResize="0"/>
          <p:nvPr/>
        </p:nvPicPr>
        <p:blipFill rotWithShape="1">
          <a:blip r:embed="rId3">
            <a:alphaModFix/>
          </a:blip>
          <a:srcRect b="11424" l="0" r="0" t="4330"/>
          <a:stretch/>
        </p:blipFill>
        <p:spPr>
          <a:xfrm>
            <a:off x="6616750" y="1072975"/>
            <a:ext cx="2079400" cy="379805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67" name="Google Shape;26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750" y="2384400"/>
            <a:ext cx="1614875" cy="142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0526" y="2755550"/>
            <a:ext cx="951600" cy="4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/>
          <p:nvPr/>
        </p:nvSpPr>
        <p:spPr>
          <a:xfrm>
            <a:off x="25" y="7875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8"/>
          <p:cNvSpPr/>
          <p:nvPr/>
        </p:nvSpPr>
        <p:spPr>
          <a:xfrm>
            <a:off x="692100" y="410375"/>
            <a:ext cx="951600" cy="540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1794475" y="166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Processamento por foto dos Cartões de Respostas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3" name="Google Shape;223;p2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/>
        </p:nvSpPr>
        <p:spPr>
          <a:xfrm>
            <a:off x="692100" y="1369075"/>
            <a:ext cx="456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8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Sobre a Educação Especial</a:t>
            </a:r>
            <a:endParaRPr b="1" sz="1800">
              <a:solidFill>
                <a:srgbClr val="F68E68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692100" y="2135575"/>
            <a:ext cx="497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confirmar, você só precisa clicar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Estudante neurodivergente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 e depois em “</a:t>
            </a:r>
            <a:r>
              <a:rPr b="1" lang="de" sz="1600">
                <a:solidFill>
                  <a:srgbClr val="F68E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Salvar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28"/>
          <p:cNvSpPr/>
          <p:nvPr/>
        </p:nvSpPr>
        <p:spPr>
          <a:xfrm>
            <a:off x="6791375" y="1135825"/>
            <a:ext cx="2027700" cy="3884700"/>
          </a:xfrm>
          <a:prstGeom prst="rect">
            <a:avLst/>
          </a:prstGeom>
          <a:solidFill>
            <a:srgbClr val="015699"/>
          </a:solidFill>
          <a:ln cap="flat" cmpd="sng" w="9525">
            <a:solidFill>
              <a:srgbClr val="015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11424" l="0" r="0" t="4330"/>
          <a:stretch/>
        </p:blipFill>
        <p:spPr>
          <a:xfrm>
            <a:off x="6616750" y="1072975"/>
            <a:ext cx="2079400" cy="379805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28" name="Google Shape;22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9750" y="2384400"/>
            <a:ext cx="1614875" cy="142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0526" y="2755550"/>
            <a:ext cx="951600" cy="4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/>
        </p:nvSpPr>
        <p:spPr>
          <a:xfrm>
            <a:off x="3601962" y="2956525"/>
            <a:ext cx="12048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400">
                <a:solidFill>
                  <a:schemeClr val="lt1"/>
                </a:solidFill>
              </a:rPr>
              <a:t>ESTUDANTE NEURODIVERGENTE</a:t>
            </a:r>
            <a:endParaRPr b="1" sz="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