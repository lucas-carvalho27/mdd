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2" name="Google Shape;452;p47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692102" y="1636925"/>
            <a:ext cx="1890024" cy="1885399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7"/>
          <p:cNvSpPr txBox="1"/>
          <p:nvPr/>
        </p:nvSpPr>
        <p:spPr>
          <a:xfrm>
            <a:off x="3067725" y="2109600"/>
            <a:ext cx="5509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3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Progresso</a:t>
            </a:r>
            <a:endParaRPr b="1" sz="3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54" name="Google Shape;454;p47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1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1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7" name="Google Shape;267;p31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1"/>
          <p:cNvSpPr txBox="1"/>
          <p:nvPr/>
        </p:nvSpPr>
        <p:spPr>
          <a:xfrm>
            <a:off x="527950" y="1232863"/>
            <a:ext cx="47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olho no Progresso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9" name="Google Shape;269;p31"/>
          <p:cNvSpPr/>
          <p:nvPr/>
        </p:nvSpPr>
        <p:spPr>
          <a:xfrm>
            <a:off x="6740700" y="1026450"/>
            <a:ext cx="2027700" cy="3884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0" name="Google Shape;270;p31"/>
          <p:cNvSpPr txBox="1"/>
          <p:nvPr/>
        </p:nvSpPr>
        <p:spPr>
          <a:xfrm>
            <a:off x="527950" y="2231300"/>
            <a:ext cx="48756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possível acompanhar o progresso do processamento das fotos também pelo celular.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Clicando no botão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Progresso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”, você tem acesso fácil a lista de estudantes da mesma turma do último cartão de respostas processado.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1" name="Google Shape;271;p31" title="f7af5e8e-3ef7-4fab-8e69-57c2ce34f790.jpg"/>
          <p:cNvPicPr preferRelativeResize="0"/>
          <p:nvPr/>
        </p:nvPicPr>
        <p:blipFill rotWithShape="1">
          <a:blip r:embed="rId3">
            <a:alphaModFix/>
          </a:blip>
          <a:srcRect b="1721" l="0" r="0" t="6737"/>
          <a:stretch/>
        </p:blipFill>
        <p:spPr>
          <a:xfrm>
            <a:off x="6608288" y="772325"/>
            <a:ext cx="2027749" cy="40354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72" name="Google Shape;2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1501" y="4022000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0450" y="4159575"/>
            <a:ext cx="506125" cy="1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8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8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8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Progresso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62" name="Google Shape;462;p48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8"/>
          <p:cNvSpPr txBox="1"/>
          <p:nvPr/>
        </p:nvSpPr>
        <p:spPr>
          <a:xfrm>
            <a:off x="408600" y="842725"/>
            <a:ext cx="832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 área de progresso, é possível monitorar o andamento das avaliações por evento, em tempo real.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4" name="Google Shape;464;p48"/>
          <p:cNvSpPr/>
          <p:nvPr/>
        </p:nvSpPr>
        <p:spPr>
          <a:xfrm>
            <a:off x="496975" y="1942525"/>
            <a:ext cx="8150100" cy="30996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465" name="Google Shape;46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87" y="1666426"/>
            <a:ext cx="8505474" cy="3235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9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9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9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Progresso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73" name="Google Shape;473;p49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9"/>
          <p:cNvSpPr txBox="1"/>
          <p:nvPr/>
        </p:nvSpPr>
        <p:spPr>
          <a:xfrm>
            <a:off x="408600" y="741750"/>
            <a:ext cx="832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visualização pode ser personalizada, alternando entre os eventos e avaliações disponíveis.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5" name="Google Shape;475;p49"/>
          <p:cNvSpPr/>
          <p:nvPr/>
        </p:nvSpPr>
        <p:spPr>
          <a:xfrm>
            <a:off x="496975" y="1942525"/>
            <a:ext cx="8150100" cy="30996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476" name="Google Shape;47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87" y="1666426"/>
            <a:ext cx="8505474" cy="3235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77" name="Google Shape;47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787476" y="2019000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9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9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9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Monitoramento e Resultados -</a:t>
            </a:r>
            <a:r>
              <a:rPr b="1" lang="de" sz="20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20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Progresso</a:t>
            </a:r>
            <a:endParaRPr b="1" i="0" sz="2000" u="none" cap="none" strike="noStrike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84" name="Google Shape;484;p49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9"/>
          <p:cNvSpPr/>
          <p:nvPr/>
        </p:nvSpPr>
        <p:spPr>
          <a:xfrm>
            <a:off x="608100" y="1967850"/>
            <a:ext cx="7947600" cy="30153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6" name="Google Shape;486;p49"/>
          <p:cNvSpPr txBox="1"/>
          <p:nvPr/>
        </p:nvSpPr>
        <p:spPr>
          <a:xfrm>
            <a:off x="408600" y="690325"/>
            <a:ext cx="832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visualizar os estudantes com fotos pendentes, basta clicar no ícone ao lado da turma.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87" name="Google Shape;487;p49"/>
          <p:cNvPicPr preferRelativeResize="0"/>
          <p:nvPr/>
        </p:nvPicPr>
        <p:blipFill rotWithShape="1">
          <a:blip r:embed="rId3">
            <a:alphaModFix/>
          </a:blip>
          <a:srcRect b="5078" l="0" r="0" t="0"/>
          <a:stretch/>
        </p:blipFill>
        <p:spPr>
          <a:xfrm>
            <a:off x="518188" y="1430037"/>
            <a:ext cx="8127426" cy="34168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88" name="Google Shape;48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7500" y="3980175"/>
            <a:ext cx="795475" cy="3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8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8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8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Monitoramento e Resultados -</a:t>
            </a:r>
            <a:r>
              <a:rPr b="1" lang="de" sz="20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20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Progresso</a:t>
            </a:r>
            <a:endParaRPr b="1" i="0" sz="2000" u="none" cap="none" strike="noStrike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71" name="Google Shape;471;p48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8"/>
          <p:cNvSpPr/>
          <p:nvPr/>
        </p:nvSpPr>
        <p:spPr>
          <a:xfrm>
            <a:off x="464525" y="1967850"/>
            <a:ext cx="8217900" cy="30153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3" name="Google Shape;473;p48"/>
          <p:cNvSpPr txBox="1"/>
          <p:nvPr/>
        </p:nvSpPr>
        <p:spPr>
          <a:xfrm>
            <a:off x="408600" y="690325"/>
            <a:ext cx="832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visualização pode ser personalizada por diversos filtros. Você deve selecionar a avaliação e a unidade que desejar acompanhar o processamento ou acessar os resultados, desde o nível geral até de uma turma específica.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74" name="Google Shape;474;p48"/>
          <p:cNvPicPr preferRelativeResize="0"/>
          <p:nvPr/>
        </p:nvPicPr>
        <p:blipFill rotWithShape="1">
          <a:blip r:embed="rId3">
            <a:alphaModFix/>
          </a:blip>
          <a:srcRect b="16051" l="0" r="0" t="0"/>
          <a:stretch/>
        </p:blipFill>
        <p:spPr>
          <a:xfrm>
            <a:off x="370775" y="1666425"/>
            <a:ext cx="8405399" cy="321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75" name="Google Shape;47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601" y="3174475"/>
            <a:ext cx="9516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8"/>
          <p:cNvSpPr/>
          <p:nvPr/>
        </p:nvSpPr>
        <p:spPr>
          <a:xfrm>
            <a:off x="2001200" y="3261525"/>
            <a:ext cx="792000" cy="2979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3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3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0" name="Google Shape;170;p23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/>
        </p:nvSpPr>
        <p:spPr>
          <a:xfrm>
            <a:off x="527950" y="1232863"/>
            <a:ext cx="47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olho no Progresso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6740700" y="1026450"/>
            <a:ext cx="2027700" cy="3884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527950" y="2231300"/>
            <a:ext cx="48756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possível acompanhar o progresso do processamento das fotos também pelo celular.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Clicando no botão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Progresso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”, você tem acesso fácil a lista dos formulários do polo.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4" name="Google Shape;174;p23" title="f7af5e8e-3ef7-4fab-8e69-57c2ce34f790.jpg"/>
          <p:cNvPicPr preferRelativeResize="0"/>
          <p:nvPr/>
        </p:nvPicPr>
        <p:blipFill rotWithShape="1">
          <a:blip r:embed="rId3">
            <a:alphaModFix/>
          </a:blip>
          <a:srcRect b="1721" l="0" r="0" t="6737"/>
          <a:stretch/>
        </p:blipFill>
        <p:spPr>
          <a:xfrm>
            <a:off x="6608288" y="772325"/>
            <a:ext cx="2027749" cy="40354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5" name="Google Shape;17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6300" y="4159575"/>
            <a:ext cx="506125" cy="1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37126" y="4022000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