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11"/>
    <p:sldId id="257" r:id="rId12"/>
    <p:sldId id="258" r:id="rId13"/>
    <p:sldId id="259" r:id="rId14"/>
  </p:sldIdLst>
  <p:sldSz cy="5143500" cx="9144000"/>
  <p:notesSz cx="6858000" cy="9144000"/>
  <p:embeddedFontLst>
    <p:embeddedFont>
      <p:font typeface="Helvetica Neue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74">
          <p15:clr>
            <a:srgbClr val="A4A3A4"/>
          </p15:clr>
        </p15:guide>
        <p15:guide id="2" pos="2880">
          <p15:clr>
            <a:srgbClr val="A4A3A4"/>
          </p15:clr>
        </p15:guide>
        <p15:guide id="3" pos="1474">
          <p15:clr>
            <a:srgbClr val="9AA0A6"/>
          </p15:clr>
        </p15:guide>
        <p15:guide id="4" orient="horz" pos="623">
          <p15:clr>
            <a:srgbClr val="9AA0A6"/>
          </p15:clr>
        </p15:guide>
        <p15:guide id="5" pos="624">
          <p15:clr>
            <a:srgbClr val="9AA0A6"/>
          </p15:clr>
        </p15:guide>
        <p15:guide id="6" orient="horz" pos="604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Emanuelle Carvalh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74" orient="horz"/>
        <p:guide pos="2880"/>
        <p:guide pos="1474"/>
        <p:guide pos="623" orient="horz"/>
        <p:guide pos="624"/>
        <p:guide pos="60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61" Type="http://schemas.openxmlformats.org/officeDocument/2006/relationships/font" Target="fonts/HelveticaNeue-regular.fntdata"/><Relationship Id="rId62" Type="http://schemas.openxmlformats.org/officeDocument/2006/relationships/font" Target="fonts/HelveticaNeue-bold.fntdata"/><Relationship Id="rId63" Type="http://schemas.openxmlformats.org/officeDocument/2006/relationships/font" Target="fonts/HelveticaNeue-italic.fntdata"/><Relationship Id="rId64" Type="http://schemas.openxmlformats.org/officeDocument/2006/relationships/font" Target="fonts/HelveticaNeue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">
  <p:cSld name="TITLE_3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rby">
  <p:cSld name="TITLE_4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TITLE_5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9" name="Google Shape;9;p1" title="260324HerbyFinalWeb_HerbyLogo.jpg"/>
          <p:cNvPicPr preferRelativeResize="0"/>
          <p:nvPr/>
        </p:nvPicPr>
        <p:blipFill rotWithShape="1">
          <a:blip r:embed="rId1">
            <a:alphaModFix/>
          </a:blip>
          <a:srcRect b="9690" l="0" r="0" t="9698"/>
          <a:stretch/>
        </p:blipFill>
        <p:spPr>
          <a:xfrm>
            <a:off x="7797950" y="95006"/>
            <a:ext cx="1223204" cy="3500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0"/>
          <p:cNvSpPr/>
          <p:nvPr/>
        </p:nvSpPr>
        <p:spPr>
          <a:xfrm>
            <a:off x="1643725" y="7875"/>
            <a:ext cx="7500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4" name="Google Shape;384;p40" title="260324HerbyFinalWeb_HerbyLogoCyrcle.jpg"/>
          <p:cNvPicPr preferRelativeResize="0"/>
          <p:nvPr/>
        </p:nvPicPr>
        <p:blipFill rotWithShape="1">
          <a:blip r:embed="rId2">
            <a:alphaModFix/>
          </a:blip>
          <a:srcRect b="160" l="0" r="0" t="150"/>
          <a:stretch/>
        </p:blipFill>
        <p:spPr>
          <a:xfrm>
            <a:off x="692102" y="1636925"/>
            <a:ext cx="1890024" cy="1885399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0"/>
          <p:cNvSpPr txBox="1"/>
          <p:nvPr/>
        </p:nvSpPr>
        <p:spPr>
          <a:xfrm>
            <a:off x="3067725" y="2109600"/>
            <a:ext cx="55095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3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Impressão no SAEV</a:t>
            </a:r>
            <a:endParaRPr b="1" sz="30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86" name="Google Shape;386;p40" title="260324HerbyFinalWeb_HerbyLogo.jpg"/>
          <p:cNvPicPr preferRelativeResize="0"/>
          <p:nvPr/>
        </p:nvPicPr>
        <p:blipFill rotWithShape="1">
          <a:blip r:embed="rId3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1" name="Google Shape;391;p41"/>
          <p:cNvCxnSpPr/>
          <p:nvPr/>
        </p:nvCxnSpPr>
        <p:spPr>
          <a:xfrm>
            <a:off x="312839" y="443495"/>
            <a:ext cx="599400" cy="0"/>
          </a:xfrm>
          <a:prstGeom prst="straightConnector1">
            <a:avLst/>
          </a:prstGeom>
          <a:noFill/>
          <a:ln cap="flat" cmpd="sng" w="114300">
            <a:solidFill>
              <a:schemeClr val="dk1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392" name="Google Shape;392;p41"/>
          <p:cNvSpPr txBox="1"/>
          <p:nvPr/>
        </p:nvSpPr>
        <p:spPr>
          <a:xfrm>
            <a:off x="968675" y="178450"/>
            <a:ext cx="55149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17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Cartões de Respostas</a:t>
            </a:r>
            <a:endParaRPr b="1" sz="17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93" name="Google Shape;393;p41"/>
          <p:cNvSpPr/>
          <p:nvPr/>
        </p:nvSpPr>
        <p:spPr>
          <a:xfrm>
            <a:off x="507069" y="674394"/>
            <a:ext cx="131700" cy="141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1"/>
          <p:cNvSpPr txBox="1"/>
          <p:nvPr/>
        </p:nvSpPr>
        <p:spPr>
          <a:xfrm>
            <a:off x="312849" y="552900"/>
            <a:ext cx="3139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300">
                <a:solidFill>
                  <a:schemeClr val="accen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Acesse a plataforma do SAEV</a:t>
            </a:r>
            <a:endParaRPr b="1" sz="1300">
              <a:solidFill>
                <a:schemeClr val="accen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395" name="Google Shape;395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3300" y="989025"/>
            <a:ext cx="7832397" cy="3900901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41"/>
          <p:cNvSpPr/>
          <p:nvPr/>
        </p:nvSpPr>
        <p:spPr>
          <a:xfrm>
            <a:off x="3403650" y="1587700"/>
            <a:ext cx="938400" cy="476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1" name="Google Shape;401;p42"/>
          <p:cNvCxnSpPr/>
          <p:nvPr/>
        </p:nvCxnSpPr>
        <p:spPr>
          <a:xfrm>
            <a:off x="312839" y="443495"/>
            <a:ext cx="599400" cy="0"/>
          </a:xfrm>
          <a:prstGeom prst="straightConnector1">
            <a:avLst/>
          </a:prstGeom>
          <a:noFill/>
          <a:ln cap="flat" cmpd="sng" w="114300">
            <a:solidFill>
              <a:schemeClr val="dk1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402" name="Google Shape;402;p42"/>
          <p:cNvSpPr txBox="1"/>
          <p:nvPr/>
        </p:nvSpPr>
        <p:spPr>
          <a:xfrm>
            <a:off x="968675" y="178450"/>
            <a:ext cx="55149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17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Cartões de Respostas</a:t>
            </a:r>
            <a:endParaRPr b="1" sz="17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03" name="Google Shape;403;p42"/>
          <p:cNvSpPr/>
          <p:nvPr/>
        </p:nvSpPr>
        <p:spPr>
          <a:xfrm>
            <a:off x="507069" y="674394"/>
            <a:ext cx="131700" cy="141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2"/>
          <p:cNvSpPr txBox="1"/>
          <p:nvPr/>
        </p:nvSpPr>
        <p:spPr>
          <a:xfrm>
            <a:off x="437725" y="552900"/>
            <a:ext cx="4701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300">
                <a:solidFill>
                  <a:schemeClr val="accen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Você deverá baixar 1 único arquivo por etapa de ensino.</a:t>
            </a:r>
            <a:endParaRPr b="1" sz="1300">
              <a:solidFill>
                <a:schemeClr val="accen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405" name="Google Shape;405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3975" y="910625"/>
            <a:ext cx="7866173" cy="3967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0" name="Google Shape;410;p43"/>
          <p:cNvCxnSpPr/>
          <p:nvPr/>
        </p:nvCxnSpPr>
        <p:spPr>
          <a:xfrm>
            <a:off x="312839" y="443495"/>
            <a:ext cx="599400" cy="0"/>
          </a:xfrm>
          <a:prstGeom prst="straightConnector1">
            <a:avLst/>
          </a:prstGeom>
          <a:noFill/>
          <a:ln cap="flat" cmpd="sng" w="114300">
            <a:solidFill>
              <a:schemeClr val="dk1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411" name="Google Shape;411;p43"/>
          <p:cNvSpPr txBox="1"/>
          <p:nvPr/>
        </p:nvSpPr>
        <p:spPr>
          <a:xfrm>
            <a:off x="968675" y="178450"/>
            <a:ext cx="55149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17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Cartões de Respostas</a:t>
            </a:r>
            <a:endParaRPr b="1" sz="1700"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12" name="Google Shape;412;p43"/>
          <p:cNvSpPr txBox="1"/>
          <p:nvPr/>
        </p:nvSpPr>
        <p:spPr>
          <a:xfrm>
            <a:off x="538775" y="4569675"/>
            <a:ext cx="819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de" sz="1300">
                <a:solidFill>
                  <a:schemeClr val="accent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Lembre-se: o cartão pode ser impresso em preto e branco, em impressora de uso doméstico.</a:t>
            </a:r>
            <a:endParaRPr b="1" sz="1300">
              <a:solidFill>
                <a:schemeClr val="accen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413" name="Google Shape;413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3838" y="636700"/>
            <a:ext cx="7866173" cy="3967676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43"/>
          <p:cNvSpPr/>
          <p:nvPr/>
        </p:nvSpPr>
        <p:spPr>
          <a:xfrm>
            <a:off x="7720325" y="1613050"/>
            <a:ext cx="694800" cy="461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3"/>
          <p:cNvSpPr/>
          <p:nvPr/>
        </p:nvSpPr>
        <p:spPr>
          <a:xfrm>
            <a:off x="7786478" y="3667620"/>
            <a:ext cx="694800" cy="461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929292"/>
      </a:dk1>
      <a:lt1>
        <a:srgbClr val="FFFFFF"/>
      </a:lt1>
      <a:dk2>
        <a:srgbClr val="929292"/>
      </a:dk2>
      <a:lt2>
        <a:srgbClr val="494949"/>
      </a:lt2>
      <a:accent1>
        <a:srgbClr val="494949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