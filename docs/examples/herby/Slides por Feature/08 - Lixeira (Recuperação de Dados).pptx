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2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2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2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da Base de Dados - Lixeira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4" name="Google Shape;394;p42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2"/>
          <p:cNvSpPr txBox="1"/>
          <p:nvPr/>
        </p:nvSpPr>
        <p:spPr>
          <a:xfrm>
            <a:off x="408600" y="747238"/>
            <a:ext cx="832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Caso seja necessário recuperar dados excluídos, basta marcar o ícone “</a:t>
            </a:r>
            <a:r>
              <a:rPr b="1" lang="de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lixeira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e buscar a escola, turma ou estudante a ser recuperado, que estará em itálico.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6" name="Google Shape;396;p42"/>
          <p:cNvSpPr/>
          <p:nvPr/>
        </p:nvSpPr>
        <p:spPr>
          <a:xfrm>
            <a:off x="564550" y="1934075"/>
            <a:ext cx="8150100" cy="30996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397" name="Google Shape;397;p42"/>
          <p:cNvPicPr preferRelativeResize="0"/>
          <p:nvPr/>
        </p:nvPicPr>
        <p:blipFill rotWithShape="1">
          <a:blip r:embed="rId3">
            <a:alphaModFix/>
          </a:blip>
          <a:srcRect b="20420" l="0" r="0" t="0"/>
          <a:stretch/>
        </p:blipFill>
        <p:spPr>
          <a:xfrm>
            <a:off x="483850" y="1704850"/>
            <a:ext cx="8251551" cy="315830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98" name="Google Shape;39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1726" y="1946025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2754476" y="3053150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3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3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da Base de Dados - Lixeira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07" name="Google Shape;407;p43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3"/>
          <p:cNvSpPr txBox="1"/>
          <p:nvPr/>
        </p:nvSpPr>
        <p:spPr>
          <a:xfrm>
            <a:off x="408600" y="747238"/>
            <a:ext cx="8326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recuperar, clique no ícone “</a:t>
            </a:r>
            <a:r>
              <a:rPr b="1" lang="de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pincel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”, l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ocalizado na mesma linha do registro. Logo após, basta clicar em “</a:t>
            </a:r>
            <a:r>
              <a:rPr b="1" lang="de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recuperar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 É possível recuperar toda uma escola, turma ou apenas um estudante.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9" name="Google Shape;409;p43"/>
          <p:cNvSpPr/>
          <p:nvPr/>
        </p:nvSpPr>
        <p:spPr>
          <a:xfrm>
            <a:off x="496975" y="1942525"/>
            <a:ext cx="8150100" cy="30996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410" name="Google Shape;410;p43"/>
          <p:cNvPicPr preferRelativeResize="0"/>
          <p:nvPr/>
        </p:nvPicPr>
        <p:blipFill rotWithShape="1">
          <a:blip r:embed="rId3">
            <a:alphaModFix/>
          </a:blip>
          <a:srcRect b="17580" l="0" r="0" t="0"/>
          <a:stretch/>
        </p:blipFill>
        <p:spPr>
          <a:xfrm>
            <a:off x="419125" y="1629677"/>
            <a:ext cx="8305801" cy="32600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11" name="Google Shape;41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2351" y="3823450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273001" y="2985200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1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1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1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da Base de Dados - Excluindo dados</a:t>
            </a:r>
            <a:endParaRPr b="1" i="0" sz="2000" u="none" cap="none" strike="noStrike">
              <a:solidFill>
                <a:srgbClr val="3A5EA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2" name="Google Shape;392;p41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1"/>
          <p:cNvSpPr txBox="1"/>
          <p:nvPr/>
        </p:nvSpPr>
        <p:spPr>
          <a:xfrm>
            <a:off x="408600" y="652125"/>
            <a:ext cx="832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Agora é possível recuperar dados deletados, habilitando a caixa “lixeira” na parte superior da tela. Para recuperar, basta encontrar o dado, clicar no pincel e logo após em “</a:t>
            </a:r>
            <a:r>
              <a:rPr b="1" lang="de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recuperar</a:t>
            </a: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4" name="Google Shape;39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312" y="1325475"/>
            <a:ext cx="7721524" cy="367655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95" name="Google Shape;39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7701" y="1794175"/>
            <a:ext cx="9516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998801" y="3019150"/>
            <a:ext cx="9516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1"/>
          <p:cNvSpPr/>
          <p:nvPr/>
        </p:nvSpPr>
        <p:spPr>
          <a:xfrm>
            <a:off x="5253300" y="3690825"/>
            <a:ext cx="473100" cy="236400"/>
          </a:xfrm>
          <a:prstGeom prst="rect">
            <a:avLst/>
          </a:prstGeom>
          <a:noFill/>
          <a:ln cap="flat" cmpd="sng" w="19050">
            <a:solidFill>
              <a:srgbClr val="F68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