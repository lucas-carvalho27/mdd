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33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692102" y="1636925"/>
            <a:ext cx="1890024" cy="18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3"/>
          <p:cNvSpPr txBox="1"/>
          <p:nvPr/>
        </p:nvSpPr>
        <p:spPr>
          <a:xfrm>
            <a:off x="3067725" y="2109600"/>
            <a:ext cx="5509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Acesso à Plataforma</a:t>
            </a:r>
            <a:endParaRPr b="1" sz="3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1" name="Google Shape;301;p33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4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4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Acesso à Plataforma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9" name="Google Shape;309;p34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4"/>
          <p:cNvSpPr txBox="1"/>
          <p:nvPr/>
        </p:nvSpPr>
        <p:spPr>
          <a:xfrm>
            <a:off x="408675" y="684225"/>
            <a:ext cx="832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responsável receberá um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acesso aos dados de suas escolas, turmas e 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estudantes. Não é necessário cadastro das equipes nem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login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senha para acessar à plataforma.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34"/>
          <p:cNvSpPr/>
          <p:nvPr/>
        </p:nvSpPr>
        <p:spPr>
          <a:xfrm>
            <a:off x="497025" y="1942525"/>
            <a:ext cx="81501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2" name="Google Shape;312;p34"/>
          <p:cNvPicPr preferRelativeResize="0"/>
          <p:nvPr/>
        </p:nvPicPr>
        <p:blipFill rotWithShape="1">
          <a:blip r:embed="rId3">
            <a:alphaModFix/>
          </a:blip>
          <a:srcRect b="5625" l="0" r="0" t="0"/>
          <a:stretch/>
        </p:blipFill>
        <p:spPr>
          <a:xfrm>
            <a:off x="408675" y="1607625"/>
            <a:ext cx="8326801" cy="3318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