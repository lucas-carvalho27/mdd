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8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68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QR CODE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6" name="Google Shape;706;p68"/>
          <p:cNvSpPr txBox="1"/>
          <p:nvPr/>
        </p:nvSpPr>
        <p:spPr>
          <a:xfrm>
            <a:off x="528150" y="650475"/>
            <a:ext cx="808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Através do QR Code disponível na capa da avaliação de turma, é possível acessar os resultados da avaliação direto pelo smartphone!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07" name="Google Shape;707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94475" y="1448900"/>
            <a:ext cx="2436724" cy="3448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08" name="Google Shape;708;p68"/>
          <p:cNvPicPr preferRelativeResize="0"/>
          <p:nvPr/>
        </p:nvPicPr>
        <p:blipFill rotWithShape="1">
          <a:blip r:embed="rId3">
            <a:alphaModFix/>
          </a:blip>
          <a:srcRect b="10841" l="0" r="0" t="3929"/>
          <a:stretch/>
        </p:blipFill>
        <p:spPr>
          <a:xfrm>
            <a:off x="4964775" y="1355225"/>
            <a:ext cx="1969200" cy="363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09" name="Google Shape;709;p68"/>
          <p:cNvSpPr/>
          <p:nvPr/>
        </p:nvSpPr>
        <p:spPr>
          <a:xfrm>
            <a:off x="2618200" y="3733050"/>
            <a:ext cx="810900" cy="7431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10" name="Google Shape;71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7725" y="3902711"/>
            <a:ext cx="832250" cy="40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993100" y="1516461"/>
            <a:ext cx="832250" cy="4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